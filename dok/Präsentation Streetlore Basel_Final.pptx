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33"/>
  </p:notesMasterIdLst>
  <p:handoutMasterIdLst>
    <p:handoutMasterId r:id="rId34"/>
  </p:handoutMasterIdLst>
  <p:sldIdLst>
    <p:sldId id="323" r:id="rId5"/>
    <p:sldId id="315" r:id="rId6"/>
    <p:sldId id="352" r:id="rId7"/>
    <p:sldId id="339" r:id="rId8"/>
    <p:sldId id="341" r:id="rId9"/>
    <p:sldId id="348" r:id="rId10"/>
    <p:sldId id="316" r:id="rId11"/>
    <p:sldId id="342" r:id="rId12"/>
    <p:sldId id="351" r:id="rId13"/>
    <p:sldId id="317" r:id="rId14"/>
    <p:sldId id="343" r:id="rId15"/>
    <p:sldId id="328" r:id="rId16"/>
    <p:sldId id="309" r:id="rId17"/>
    <p:sldId id="347" r:id="rId18"/>
    <p:sldId id="350" r:id="rId19"/>
    <p:sldId id="319" r:id="rId20"/>
    <p:sldId id="344" r:id="rId21"/>
    <p:sldId id="353" r:id="rId22"/>
    <p:sldId id="314" r:id="rId23"/>
    <p:sldId id="324" r:id="rId24"/>
    <p:sldId id="349" r:id="rId25"/>
    <p:sldId id="320" r:id="rId26"/>
    <p:sldId id="333" r:id="rId27"/>
    <p:sldId id="336" r:id="rId28"/>
    <p:sldId id="321" r:id="rId29"/>
    <p:sldId id="337" r:id="rId30"/>
    <p:sldId id="340" r:id="rId31"/>
    <p:sldId id="338" r:id="rId3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70E"/>
    <a:srgbClr val="FFFFFF"/>
    <a:srgbClr val="F1F3F3"/>
    <a:srgbClr val="E5EAE9"/>
    <a:srgbClr val="E1DBD5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6633BF-2256-4FBC-851F-726DB8ACE301}" v="2" dt="2026-05-22T08:38:25.886"/>
    <p1510:client id="{8B846EC0-6514-4CCD-BA85-0CD375BCA31D}" v="2" dt="2026-05-22T08:15:15.440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an Darwin Schmitter (s)" userId="1a1efc5b-5b33-45c2-bf01-314921bc7d6f" providerId="ADAL" clId="{186633BF-2256-4FBC-851F-726DB8ACE301}"/>
    <pc:docChg chg="undo custSel modSld">
      <pc:chgData name="Kelan Darwin Schmitter (s)" userId="1a1efc5b-5b33-45c2-bf01-314921bc7d6f" providerId="ADAL" clId="{186633BF-2256-4FBC-851F-726DB8ACE301}" dt="2026-05-22T08:39:49.205" v="26" actId="20577"/>
      <pc:docMkLst>
        <pc:docMk/>
      </pc:docMkLst>
      <pc:sldChg chg="modSp mod">
        <pc:chgData name="Kelan Darwin Schmitter (s)" userId="1a1efc5b-5b33-45c2-bf01-314921bc7d6f" providerId="ADAL" clId="{186633BF-2256-4FBC-851F-726DB8ACE301}" dt="2026-05-22T08:39:02.935" v="10" actId="27636"/>
        <pc:sldMkLst>
          <pc:docMk/>
          <pc:sldMk cId="236505306" sldId="309"/>
        </pc:sldMkLst>
        <pc:spChg chg="mod">
          <ac:chgData name="Kelan Darwin Schmitter (s)" userId="1a1efc5b-5b33-45c2-bf01-314921bc7d6f" providerId="ADAL" clId="{186633BF-2256-4FBC-851F-726DB8ACE301}" dt="2026-05-22T08:39:02.935" v="10" actId="27636"/>
          <ac:spMkLst>
            <pc:docMk/>
            <pc:sldMk cId="236505306" sldId="309"/>
            <ac:spMk id="9" creationId="{ED1A31C7-D9A8-177C-06D4-108B3E5A62C1}"/>
          </ac:spMkLst>
        </pc:spChg>
      </pc:sldChg>
      <pc:sldChg chg="modSp mod">
        <pc:chgData name="Kelan Darwin Schmitter (s)" userId="1a1efc5b-5b33-45c2-bf01-314921bc7d6f" providerId="ADAL" clId="{186633BF-2256-4FBC-851F-726DB8ACE301}" dt="2026-05-22T08:39:21.999" v="19"/>
        <pc:sldMkLst>
          <pc:docMk/>
          <pc:sldMk cId="654712640" sldId="314"/>
        </pc:sldMkLst>
        <pc:spChg chg="mod">
          <ac:chgData name="Kelan Darwin Schmitter (s)" userId="1a1efc5b-5b33-45c2-bf01-314921bc7d6f" providerId="ADAL" clId="{186633BF-2256-4FBC-851F-726DB8ACE301}" dt="2026-05-22T08:39:21.999" v="19"/>
          <ac:spMkLst>
            <pc:docMk/>
            <pc:sldMk cId="654712640" sldId="314"/>
            <ac:spMk id="5" creationId="{F3A40D4F-A48E-6DFB-EFB7-B020121386AF}"/>
          </ac:spMkLst>
        </pc:spChg>
      </pc:sldChg>
      <pc:sldChg chg="modSp mod">
        <pc:chgData name="Kelan Darwin Schmitter (s)" userId="1a1efc5b-5b33-45c2-bf01-314921bc7d6f" providerId="ADAL" clId="{186633BF-2256-4FBC-851F-726DB8ACE301}" dt="2026-05-22T08:38:47.413" v="4"/>
        <pc:sldMkLst>
          <pc:docMk/>
          <pc:sldMk cId="2591685694" sldId="316"/>
        </pc:sldMkLst>
        <pc:spChg chg="mod">
          <ac:chgData name="Kelan Darwin Schmitter (s)" userId="1a1efc5b-5b33-45c2-bf01-314921bc7d6f" providerId="ADAL" clId="{186633BF-2256-4FBC-851F-726DB8ACE301}" dt="2026-05-22T08:38:47.413" v="4"/>
          <ac:spMkLst>
            <pc:docMk/>
            <pc:sldMk cId="2591685694" sldId="316"/>
            <ac:spMk id="5" creationId="{B61BFB8F-1311-3525-94BB-EFCA41BA4753}"/>
          </ac:spMkLst>
        </pc:spChg>
      </pc:sldChg>
      <pc:sldChg chg="modSp mod">
        <pc:chgData name="Kelan Darwin Schmitter (s)" userId="1a1efc5b-5b33-45c2-bf01-314921bc7d6f" providerId="ADAL" clId="{186633BF-2256-4FBC-851F-726DB8ACE301}" dt="2026-05-22T08:38:55.551" v="6"/>
        <pc:sldMkLst>
          <pc:docMk/>
          <pc:sldMk cId="2465184239" sldId="317"/>
        </pc:sldMkLst>
        <pc:spChg chg="mod">
          <ac:chgData name="Kelan Darwin Schmitter (s)" userId="1a1efc5b-5b33-45c2-bf01-314921bc7d6f" providerId="ADAL" clId="{186633BF-2256-4FBC-851F-726DB8ACE301}" dt="2026-05-22T08:38:55.551" v="6"/>
          <ac:spMkLst>
            <pc:docMk/>
            <pc:sldMk cId="2465184239" sldId="317"/>
            <ac:spMk id="5" creationId="{DAB90E4E-CCF8-9E71-E58D-FF54CF5B1ADE}"/>
          </ac:spMkLst>
        </pc:spChg>
      </pc:sldChg>
      <pc:sldChg chg="modSp mod">
        <pc:chgData name="Kelan Darwin Schmitter (s)" userId="1a1efc5b-5b33-45c2-bf01-314921bc7d6f" providerId="ADAL" clId="{186633BF-2256-4FBC-851F-726DB8ACE301}" dt="2026-05-22T08:39:13.930" v="16" actId="27636"/>
        <pc:sldMkLst>
          <pc:docMk/>
          <pc:sldMk cId="2739965692" sldId="319"/>
        </pc:sldMkLst>
        <pc:spChg chg="mod">
          <ac:chgData name="Kelan Darwin Schmitter (s)" userId="1a1efc5b-5b33-45c2-bf01-314921bc7d6f" providerId="ADAL" clId="{186633BF-2256-4FBC-851F-726DB8ACE301}" dt="2026-05-22T08:39:13.930" v="16" actId="27636"/>
          <ac:spMkLst>
            <pc:docMk/>
            <pc:sldMk cId="2739965692" sldId="319"/>
            <ac:spMk id="5" creationId="{261B3CAA-B383-C847-064F-58E95C82EC40}"/>
          </ac:spMkLst>
        </pc:spChg>
      </pc:sldChg>
      <pc:sldChg chg="modSp mod">
        <pc:chgData name="Kelan Darwin Schmitter (s)" userId="1a1efc5b-5b33-45c2-bf01-314921bc7d6f" providerId="ADAL" clId="{186633BF-2256-4FBC-851F-726DB8ACE301}" dt="2026-05-22T08:39:30.204" v="21"/>
        <pc:sldMkLst>
          <pc:docMk/>
          <pc:sldMk cId="2492609120" sldId="320"/>
        </pc:sldMkLst>
        <pc:spChg chg="mod">
          <ac:chgData name="Kelan Darwin Schmitter (s)" userId="1a1efc5b-5b33-45c2-bf01-314921bc7d6f" providerId="ADAL" clId="{186633BF-2256-4FBC-851F-726DB8ACE301}" dt="2026-05-22T08:39:30.204" v="21"/>
          <ac:spMkLst>
            <pc:docMk/>
            <pc:sldMk cId="2492609120" sldId="320"/>
            <ac:spMk id="5" creationId="{409E3E01-DC67-DD69-E43A-BD486C18ABDB}"/>
          </ac:spMkLst>
        </pc:spChg>
      </pc:sldChg>
      <pc:sldChg chg="modSp mod">
        <pc:chgData name="Kelan Darwin Schmitter (s)" userId="1a1efc5b-5b33-45c2-bf01-314921bc7d6f" providerId="ADAL" clId="{186633BF-2256-4FBC-851F-726DB8ACE301}" dt="2026-05-22T08:39:39.182" v="23"/>
        <pc:sldMkLst>
          <pc:docMk/>
          <pc:sldMk cId="2491050666" sldId="321"/>
        </pc:sldMkLst>
        <pc:spChg chg="mod">
          <ac:chgData name="Kelan Darwin Schmitter (s)" userId="1a1efc5b-5b33-45c2-bf01-314921bc7d6f" providerId="ADAL" clId="{186633BF-2256-4FBC-851F-726DB8ACE301}" dt="2026-05-22T08:39:39.182" v="23"/>
          <ac:spMkLst>
            <pc:docMk/>
            <pc:sldMk cId="2491050666" sldId="321"/>
            <ac:spMk id="5" creationId="{EC8E6F6B-F52D-6E03-5190-8593EA0C4521}"/>
          </ac:spMkLst>
        </pc:spChg>
      </pc:sldChg>
      <pc:sldChg chg="modSp mod">
        <pc:chgData name="Kelan Darwin Schmitter (s)" userId="1a1efc5b-5b33-45c2-bf01-314921bc7d6f" providerId="ADAL" clId="{186633BF-2256-4FBC-851F-726DB8ACE301}" dt="2026-05-22T08:39:26.601" v="20"/>
        <pc:sldMkLst>
          <pc:docMk/>
          <pc:sldMk cId="1767314235" sldId="324"/>
        </pc:sldMkLst>
        <pc:spChg chg="mod">
          <ac:chgData name="Kelan Darwin Schmitter (s)" userId="1a1efc5b-5b33-45c2-bf01-314921bc7d6f" providerId="ADAL" clId="{186633BF-2256-4FBC-851F-726DB8ACE301}" dt="2026-05-22T08:39:26.601" v="20"/>
          <ac:spMkLst>
            <pc:docMk/>
            <pc:sldMk cId="1767314235" sldId="324"/>
            <ac:spMk id="5" creationId="{D77FC40A-337F-2170-D512-8870EF24B04D}"/>
          </ac:spMkLst>
        </pc:spChg>
      </pc:sldChg>
      <pc:sldChg chg="modSp mod">
        <pc:chgData name="Kelan Darwin Schmitter (s)" userId="1a1efc5b-5b33-45c2-bf01-314921bc7d6f" providerId="ADAL" clId="{186633BF-2256-4FBC-851F-726DB8ACE301}" dt="2026-05-22T08:39:34.230" v="22"/>
        <pc:sldMkLst>
          <pc:docMk/>
          <pc:sldMk cId="393876570" sldId="333"/>
        </pc:sldMkLst>
        <pc:spChg chg="mod">
          <ac:chgData name="Kelan Darwin Schmitter (s)" userId="1a1efc5b-5b33-45c2-bf01-314921bc7d6f" providerId="ADAL" clId="{186633BF-2256-4FBC-851F-726DB8ACE301}" dt="2026-05-22T08:39:34.230" v="22"/>
          <ac:spMkLst>
            <pc:docMk/>
            <pc:sldMk cId="393876570" sldId="333"/>
            <ac:spMk id="5" creationId="{7B9956D1-549B-8982-CEDB-BFA11BA92608}"/>
          </ac:spMkLst>
        </pc:spChg>
      </pc:sldChg>
      <pc:sldChg chg="modSp mod">
        <pc:chgData name="Kelan Darwin Schmitter (s)" userId="1a1efc5b-5b33-45c2-bf01-314921bc7d6f" providerId="ADAL" clId="{186633BF-2256-4FBC-851F-726DB8ACE301}" dt="2026-05-22T08:39:42.838" v="24"/>
        <pc:sldMkLst>
          <pc:docMk/>
          <pc:sldMk cId="2157140248" sldId="337"/>
        </pc:sldMkLst>
        <pc:spChg chg="mod">
          <ac:chgData name="Kelan Darwin Schmitter (s)" userId="1a1efc5b-5b33-45c2-bf01-314921bc7d6f" providerId="ADAL" clId="{186633BF-2256-4FBC-851F-726DB8ACE301}" dt="2026-05-22T08:39:42.838" v="24"/>
          <ac:spMkLst>
            <pc:docMk/>
            <pc:sldMk cId="2157140248" sldId="337"/>
            <ac:spMk id="5" creationId="{4E6364ED-8600-0943-79DC-5A7338C84ABC}"/>
          </ac:spMkLst>
        </pc:spChg>
      </pc:sldChg>
      <pc:sldChg chg="modSp mod">
        <pc:chgData name="Kelan Darwin Schmitter (s)" userId="1a1efc5b-5b33-45c2-bf01-314921bc7d6f" providerId="ADAL" clId="{186633BF-2256-4FBC-851F-726DB8ACE301}" dt="2026-05-22T08:39:49.205" v="26" actId="20577"/>
        <pc:sldMkLst>
          <pc:docMk/>
          <pc:sldMk cId="4232251199" sldId="338"/>
        </pc:sldMkLst>
        <pc:spChg chg="mod">
          <ac:chgData name="Kelan Darwin Schmitter (s)" userId="1a1efc5b-5b33-45c2-bf01-314921bc7d6f" providerId="ADAL" clId="{186633BF-2256-4FBC-851F-726DB8ACE301}" dt="2026-05-22T08:39:49.205" v="26" actId="20577"/>
          <ac:spMkLst>
            <pc:docMk/>
            <pc:sldMk cId="4232251199" sldId="338"/>
            <ac:spMk id="3" creationId="{8A6020F0-8D46-E6FD-DEFE-2932732D2276}"/>
          </ac:spMkLst>
        </pc:spChg>
        <pc:spChg chg="mod">
          <ac:chgData name="Kelan Darwin Schmitter (s)" userId="1a1efc5b-5b33-45c2-bf01-314921bc7d6f" providerId="ADAL" clId="{186633BF-2256-4FBC-851F-726DB8ACE301}" dt="2026-05-22T08:39:46.650" v="25"/>
          <ac:spMkLst>
            <pc:docMk/>
            <pc:sldMk cId="4232251199" sldId="338"/>
            <ac:spMk id="5" creationId="{7E1F61AA-EB95-B518-F555-6F0823AC2D3D}"/>
          </ac:spMkLst>
        </pc:spChg>
      </pc:sldChg>
      <pc:sldChg chg="addSp modSp mod">
        <pc:chgData name="Kelan Darwin Schmitter (s)" userId="1a1efc5b-5b33-45c2-bf01-314921bc7d6f" providerId="ADAL" clId="{186633BF-2256-4FBC-851F-726DB8ACE301}" dt="2026-05-22T08:38:36.463" v="2"/>
        <pc:sldMkLst>
          <pc:docMk/>
          <pc:sldMk cId="3764328021" sldId="339"/>
        </pc:sldMkLst>
        <pc:spChg chg="mod">
          <ac:chgData name="Kelan Darwin Schmitter (s)" userId="1a1efc5b-5b33-45c2-bf01-314921bc7d6f" providerId="ADAL" clId="{186633BF-2256-4FBC-851F-726DB8ACE301}" dt="2026-05-22T08:38:36.463" v="2"/>
          <ac:spMkLst>
            <pc:docMk/>
            <pc:sldMk cId="3764328021" sldId="339"/>
            <ac:spMk id="5" creationId="{60329AEE-2879-00E1-C60C-B1BC6E2A5945}"/>
          </ac:spMkLst>
        </pc:spChg>
        <pc:picChg chg="add mod">
          <ac:chgData name="Kelan Darwin Schmitter (s)" userId="1a1efc5b-5b33-45c2-bf01-314921bc7d6f" providerId="ADAL" clId="{186633BF-2256-4FBC-851F-726DB8ACE301}" dt="2026-05-22T08:38:25.886" v="1"/>
          <ac:picMkLst>
            <pc:docMk/>
            <pc:sldMk cId="3764328021" sldId="339"/>
            <ac:picMk id="7" creationId="{68E2A10B-B234-401F-9224-0625B450F9E4}"/>
          </ac:picMkLst>
        </pc:picChg>
      </pc:sldChg>
      <pc:sldChg chg="modSp mod">
        <pc:chgData name="Kelan Darwin Schmitter (s)" userId="1a1efc5b-5b33-45c2-bf01-314921bc7d6f" providerId="ADAL" clId="{186633BF-2256-4FBC-851F-726DB8ACE301}" dt="2026-05-22T08:38:39.636" v="3"/>
        <pc:sldMkLst>
          <pc:docMk/>
          <pc:sldMk cId="2120863460" sldId="341"/>
        </pc:sldMkLst>
        <pc:spChg chg="mod">
          <ac:chgData name="Kelan Darwin Schmitter (s)" userId="1a1efc5b-5b33-45c2-bf01-314921bc7d6f" providerId="ADAL" clId="{186633BF-2256-4FBC-851F-726DB8ACE301}" dt="2026-05-22T08:38:39.636" v="3"/>
          <ac:spMkLst>
            <pc:docMk/>
            <pc:sldMk cId="2120863460" sldId="341"/>
            <ac:spMk id="5" creationId="{23224F1F-B7B8-6711-0AD1-58074CBF58C5}"/>
          </ac:spMkLst>
        </pc:spChg>
      </pc:sldChg>
      <pc:sldChg chg="modSp mod">
        <pc:chgData name="Kelan Darwin Schmitter (s)" userId="1a1efc5b-5b33-45c2-bf01-314921bc7d6f" providerId="ADAL" clId="{186633BF-2256-4FBC-851F-726DB8ACE301}" dt="2026-05-22T08:38:51.385" v="5"/>
        <pc:sldMkLst>
          <pc:docMk/>
          <pc:sldMk cId="247264080" sldId="342"/>
        </pc:sldMkLst>
        <pc:spChg chg="mod">
          <ac:chgData name="Kelan Darwin Schmitter (s)" userId="1a1efc5b-5b33-45c2-bf01-314921bc7d6f" providerId="ADAL" clId="{186633BF-2256-4FBC-851F-726DB8ACE301}" dt="2026-05-22T08:38:51.385" v="5"/>
          <ac:spMkLst>
            <pc:docMk/>
            <pc:sldMk cId="247264080" sldId="342"/>
            <ac:spMk id="5" creationId="{71BFCA29-E80C-A91C-C67A-DEA85494A5A4}"/>
          </ac:spMkLst>
        </pc:spChg>
      </pc:sldChg>
      <pc:sldChg chg="modSp mod">
        <pc:chgData name="Kelan Darwin Schmitter (s)" userId="1a1efc5b-5b33-45c2-bf01-314921bc7d6f" providerId="ADAL" clId="{186633BF-2256-4FBC-851F-726DB8ACE301}" dt="2026-05-22T08:38:59.238" v="8" actId="27636"/>
        <pc:sldMkLst>
          <pc:docMk/>
          <pc:sldMk cId="864962966" sldId="343"/>
        </pc:sldMkLst>
        <pc:spChg chg="mod">
          <ac:chgData name="Kelan Darwin Schmitter (s)" userId="1a1efc5b-5b33-45c2-bf01-314921bc7d6f" providerId="ADAL" clId="{186633BF-2256-4FBC-851F-726DB8ACE301}" dt="2026-05-22T08:38:59.238" v="8" actId="27636"/>
          <ac:spMkLst>
            <pc:docMk/>
            <pc:sldMk cId="864962966" sldId="343"/>
            <ac:spMk id="5" creationId="{D8BAFA80-FD78-0FCC-EC6F-1E81273E8291}"/>
          </ac:spMkLst>
        </pc:spChg>
      </pc:sldChg>
      <pc:sldChg chg="modSp mod">
        <pc:chgData name="Kelan Darwin Schmitter (s)" userId="1a1efc5b-5b33-45c2-bf01-314921bc7d6f" providerId="ADAL" clId="{186633BF-2256-4FBC-851F-726DB8ACE301}" dt="2026-05-22T08:39:17.957" v="18" actId="27636"/>
        <pc:sldMkLst>
          <pc:docMk/>
          <pc:sldMk cId="3737925299" sldId="344"/>
        </pc:sldMkLst>
        <pc:spChg chg="mod">
          <ac:chgData name="Kelan Darwin Schmitter (s)" userId="1a1efc5b-5b33-45c2-bf01-314921bc7d6f" providerId="ADAL" clId="{186633BF-2256-4FBC-851F-726DB8ACE301}" dt="2026-05-22T08:39:17.957" v="18" actId="27636"/>
          <ac:spMkLst>
            <pc:docMk/>
            <pc:sldMk cId="3737925299" sldId="344"/>
            <ac:spMk id="5" creationId="{261B3CAA-B383-C847-064F-58E95C82EC40}"/>
          </ac:spMkLst>
        </pc:spChg>
      </pc:sldChg>
      <pc:sldChg chg="modSp mod">
        <pc:chgData name="Kelan Darwin Schmitter (s)" userId="1a1efc5b-5b33-45c2-bf01-314921bc7d6f" providerId="ADAL" clId="{186633BF-2256-4FBC-851F-726DB8ACE301}" dt="2026-05-22T08:39:10.143" v="14" actId="27636"/>
        <pc:sldMkLst>
          <pc:docMk/>
          <pc:sldMk cId="1116777687" sldId="347"/>
        </pc:sldMkLst>
        <pc:spChg chg="mod">
          <ac:chgData name="Kelan Darwin Schmitter (s)" userId="1a1efc5b-5b33-45c2-bf01-314921bc7d6f" providerId="ADAL" clId="{186633BF-2256-4FBC-851F-726DB8ACE301}" dt="2026-05-22T08:39:10.143" v="14" actId="27636"/>
          <ac:spMkLst>
            <pc:docMk/>
            <pc:sldMk cId="1116777687" sldId="347"/>
            <ac:spMk id="4" creationId="{FBC94DBE-C047-420A-8840-945B162B215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22.05.2026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‹Nr.›</a:t>
            </a:fld>
            <a:endParaRPr lang="de-CH" sz="90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22.05.2026</a:t>
            </a:fld>
            <a:endParaRPr lang="de-CH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Vergleich</a:t>
            </a:r>
            <a:r>
              <a:rPr lang="en-US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0066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</a:t>
            </a:r>
            <a:r>
              <a:rPr lang="en-US" dirty="0" err="1"/>
              <a:t>PassP</a:t>
            </a:r>
            <a:r>
              <a:rPr lang="en-US" dirty="0"/>
              <a:t>. Gemäss Dario, </a:t>
            </a:r>
            <a:r>
              <a:rPr lang="en-US" dirty="0" err="1"/>
              <a:t>Kontrolle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de-CH" dirty="0"/>
              <a:t>Cloud </a:t>
            </a:r>
            <a:r>
              <a:rPr lang="de-CH" dirty="0" err="1"/>
              <a:t>to</a:t>
            </a:r>
            <a:r>
              <a:rPr lang="de-CH" dirty="0"/>
              <a:t> Cloud </a:t>
            </a:r>
            <a:r>
              <a:rPr lang="de-CH" noProof="0" dirty="0"/>
              <a:t>Registrierung im Feld 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14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29809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Autoklass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Viele</a:t>
            </a:r>
            <a:r>
              <a:rPr lang="en-US"/>
              <a:t> </a:t>
            </a:r>
            <a:r>
              <a:rPr lang="en-US" err="1"/>
              <a:t>Fehler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Rauchschwaden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16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46463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Müll</a:t>
            </a:r>
            <a:r>
              <a:rPr lang="en-US"/>
              <a:t> </a:t>
            </a:r>
            <a:r>
              <a:rPr lang="en-US" err="1"/>
              <a:t>entfernen</a:t>
            </a:r>
            <a:r>
              <a:rPr lang="en-US"/>
              <a:t> </a:t>
            </a:r>
            <a:br>
              <a:rPr lang="en-US"/>
            </a:br>
            <a:r>
              <a:rPr lang="en-US"/>
              <a:t>Hardscapes und </a:t>
            </a:r>
            <a:r>
              <a:rPr lang="en-US" err="1"/>
              <a:t>Gebäude</a:t>
            </a:r>
            <a:r>
              <a:rPr lang="en-US"/>
              <a:t>, </a:t>
            </a:r>
            <a:br>
              <a:rPr lang="en-US"/>
            </a:br>
            <a:r>
              <a:rPr lang="en-US" err="1"/>
              <a:t>Zaun</a:t>
            </a:r>
            <a:r>
              <a:rPr lang="en-US"/>
              <a:t> </a:t>
            </a:r>
            <a:r>
              <a:rPr lang="en-US" err="1"/>
              <a:t>anstrengend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17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10377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2040BAA5-8ED1-5052-684A-DB6BB56E8FD6}"/>
              </a:ext>
            </a:extLst>
          </p:cNvPr>
          <p:cNvSpPr/>
          <p:nvPr userDrawn="1"/>
        </p:nvSpPr>
        <p:spPr>
          <a:xfrm>
            <a:off x="0" y="846667"/>
            <a:ext cx="6102000" cy="6011333"/>
          </a:xfrm>
          <a:prstGeom prst="rect">
            <a:avLst/>
          </a:prstGeom>
          <a:solidFill>
            <a:srgbClr val="FDE7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8076" y="6223621"/>
            <a:ext cx="2631600" cy="216000"/>
          </a:xfrm>
        </p:spPr>
        <p:txBody>
          <a:bodyPr/>
          <a:lstStyle>
            <a:lvl1pPr>
              <a:defRPr sz="1350"/>
            </a:lvl1pPr>
          </a:lstStyle>
          <a:p>
            <a:r>
              <a:rPr lang="de-DE"/>
              <a:t>16.12.25</a:t>
            </a:r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031569" y="148321"/>
            <a:ext cx="360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de-DE"/>
              <a:t>Schlusspräsentationen Auswertungen HS2025, Gruppe 7 </a:t>
            </a:r>
            <a:endParaRPr lang="de-CH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031569" y="148321"/>
            <a:ext cx="360000" cy="36000"/>
          </a:xfrm>
          <a:prstGeom prst="rect">
            <a:avLst/>
          </a:prstGeo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7" name="Bildplatzhalter 3">
            <a:extLst>
              <a:ext uri="{FF2B5EF4-FFF2-40B4-BE49-F238E27FC236}">
                <a16:creationId xmlns:a16="http://schemas.microsoft.com/office/drawing/2014/main" id="{594B6BE9-185E-A88B-41DA-D0D14396ED7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03027" y="850779"/>
            <a:ext cx="5323238" cy="6007221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buNone/>
              <a:defRPr sz="1600" b="0"/>
            </a:lvl1pPr>
          </a:lstStyle>
          <a:p>
            <a:r>
              <a:rPr lang="de-CH"/>
              <a:t> Ersetzen Sie diesen Platzhalter durch ein Bild </a:t>
            </a:r>
            <a:br>
              <a:rPr lang="de-CH"/>
            </a:br>
            <a:r>
              <a:rPr lang="de-CH"/>
              <a:t>(Grösse und Position beibehalten).</a:t>
            </a:r>
            <a:br>
              <a:rPr lang="de-CH"/>
            </a:br>
            <a:br>
              <a:rPr lang="de-CH"/>
            </a:br>
            <a:r>
              <a:rPr lang="de-CH"/>
              <a:t>Eine Auswahl an FHNW-Bildern finden Sie im </a:t>
            </a:r>
            <a:br>
              <a:rPr lang="de-CH"/>
            </a:br>
            <a:r>
              <a:rPr lang="de-CH"/>
              <a:t>«Content </a:t>
            </a:r>
            <a:r>
              <a:rPr lang="de-CH" err="1"/>
              <a:t>Chooser</a:t>
            </a:r>
            <a:r>
              <a:rPr lang="de-CH"/>
              <a:t>» rechts in PowerPoint </a:t>
            </a:r>
            <a:br>
              <a:rPr lang="de-CH"/>
            </a:br>
            <a:r>
              <a:rPr lang="de-CH"/>
              <a:t>oder unter dem Menüpunkt «Einfügen &gt; Inhalte».</a:t>
            </a:r>
            <a:br>
              <a:rPr lang="de-CH"/>
            </a:br>
            <a:br>
              <a:rPr lang="de-CH"/>
            </a:br>
            <a:r>
              <a:rPr lang="de-CH"/>
              <a:t>Eigene Bilder können Sie durch einen Klick auf das untenstehende Icon einfügen.</a:t>
            </a:r>
          </a:p>
        </p:txBody>
      </p:sp>
      <p:sp>
        <p:nvSpPr>
          <p:cNvPr id="5" name="Textplatzhalter 6">
            <a:extLst>
              <a:ext uri="{FF2B5EF4-FFF2-40B4-BE49-F238E27FC236}">
                <a16:creationId xmlns:a16="http://schemas.microsoft.com/office/drawing/2014/main" id="{287EEC27-B21C-02CA-ECBC-917FAECFBDA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076" y="5229000"/>
            <a:ext cx="5265300" cy="935263"/>
          </a:xfrm>
        </p:spPr>
        <p:txBody>
          <a:bodyPr anchor="b"/>
          <a:lstStyle>
            <a:lvl1pPr marL="0" indent="0">
              <a:buNone/>
              <a:defRPr sz="1350"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CH" sz="1350"/>
              <a:t>Vorname Name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6CC97B3-B836-D6D6-7A42-566F071FE5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117240"/>
            <a:ext cx="5265301" cy="1231106"/>
          </a:xfrm>
        </p:spPr>
        <p:txBody>
          <a:bodyPr wrap="square" anchor="t">
            <a:noAutofit/>
          </a:bodyPr>
          <a:lstStyle>
            <a:lvl1pPr>
              <a:defRPr sz="4000" b="1">
                <a:latin typeface="+mj-lt"/>
              </a:defRPr>
            </a:lvl1pPr>
          </a:lstStyle>
          <a:p>
            <a:r>
              <a:rPr lang="de-CH"/>
              <a:t>Titel </a:t>
            </a:r>
            <a:br>
              <a:rPr lang="de-CH"/>
            </a:br>
            <a:r>
              <a:rPr lang="de-CH"/>
              <a:t>hinzufügen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6EFFB021-AEC2-B428-A250-E8A8F84795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8076" y="2926800"/>
            <a:ext cx="5265300" cy="15102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 b="1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CH" noProof="0"/>
              <a:t>Untertitel </a:t>
            </a:r>
            <a:br>
              <a:rPr lang="de-CH" noProof="0"/>
            </a:br>
            <a:r>
              <a:rPr lang="de-CH" noProof="0"/>
              <a:t>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6800" y="1170372"/>
            <a:ext cx="11012400" cy="492443"/>
          </a:xfrm>
        </p:spPr>
        <p:txBody>
          <a:bodyPr/>
          <a:lstStyle/>
          <a:p>
            <a:r>
              <a:rPr lang="de-CH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06800" y="1989138"/>
            <a:ext cx="11016850" cy="4175125"/>
          </a:xfrm>
        </p:spPr>
        <p:txBody>
          <a:bodyPr/>
          <a:lstStyle>
            <a:lvl1pPr>
              <a:defRPr/>
            </a:lvl1pPr>
            <a:lvl3pPr marL="536575" indent="-268288">
              <a:defRPr/>
            </a:lvl3pPr>
          </a:lstStyle>
          <a:p>
            <a:pPr lvl="0"/>
            <a:r>
              <a:rPr lang="de-DE"/>
              <a:t>Inhalt hinzufügen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89AB9197-1220-80BD-481F-90A973E1A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16.12.25</a:t>
            </a:r>
            <a:endParaRPr lang="de-CH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2D173F40-185C-2ADF-A4DC-16363A32C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Schlusspräsentationen Auswertungen HS2025, Gruppe 7 </a:t>
            </a:r>
            <a:endParaRPr lang="de-CH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0A1AFE9-5D1C-2846-D3BD-C3EFFEF9A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B03B558-1909-9EAA-030E-9F4C655318C3}"/>
              </a:ext>
            </a:extLst>
          </p:cNvPr>
          <p:cNvSpPr/>
          <p:nvPr userDrawn="1"/>
        </p:nvSpPr>
        <p:spPr>
          <a:xfrm>
            <a:off x="0" y="846667"/>
            <a:ext cx="11430000" cy="6011333"/>
          </a:xfrm>
          <a:prstGeom prst="rect">
            <a:avLst/>
          </a:prstGeom>
          <a:solidFill>
            <a:srgbClr val="FDE7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tlCol="0" anchor="ctr"/>
          <a:lstStyle/>
          <a:p>
            <a:pPr algn="ctr"/>
            <a:endParaRPr lang="de-CH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6800" y="1067524"/>
            <a:ext cx="10587038" cy="921613"/>
          </a:xfrm>
        </p:spPr>
        <p:txBody>
          <a:bodyPr/>
          <a:lstStyle>
            <a:lvl1pPr>
              <a:defRPr sz="5850"/>
            </a:lvl1pPr>
          </a:lstStyle>
          <a:p>
            <a:r>
              <a:rPr lang="de-CH"/>
              <a:t>Titel hinzufügen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030000" y="162000"/>
            <a:ext cx="360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de-DE"/>
              <a:t>16.12.25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030000" y="162000"/>
            <a:ext cx="360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de-DE"/>
              <a:t>Schlusspräsentationen Auswertungen HS2025, Gruppe 7 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1814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6800" y="1170372"/>
            <a:ext cx="11012400" cy="492443"/>
          </a:xfrm>
        </p:spPr>
        <p:txBody>
          <a:bodyPr/>
          <a:lstStyle>
            <a:lvl1pPr>
              <a:defRPr b="0"/>
            </a:lvl1pPr>
          </a:lstStyle>
          <a:p>
            <a:r>
              <a:rPr lang="de-CH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06800" y="1989138"/>
            <a:ext cx="11016850" cy="4175125"/>
          </a:xfrm>
        </p:spPr>
        <p:txBody>
          <a:bodyPr/>
          <a:lstStyle>
            <a:lvl1pPr marL="270000" indent="-270000">
              <a:buFont typeface="+mj-lt"/>
              <a:buAutoNum type="arabicPeriod"/>
              <a:defRPr sz="2000"/>
            </a:lvl1pPr>
            <a:lvl2pPr marL="540000" indent="-270000">
              <a:buFont typeface="+mj-lt"/>
              <a:buAutoNum type="alphaLcPeriod"/>
              <a:defRPr sz="2000"/>
            </a:lvl2pPr>
            <a:lvl3pPr marL="810000" indent="-270000">
              <a:defRPr sz="2000"/>
            </a:lvl3pPr>
            <a:lvl4pPr marL="1080000" indent="-270000">
              <a:defRPr sz="2000"/>
            </a:lvl4pPr>
            <a:lvl5pPr marL="1350000" indent="-270000">
              <a:defRPr sz="2000"/>
            </a:lvl5pPr>
          </a:lstStyle>
          <a:p>
            <a:pPr lvl="0"/>
            <a:r>
              <a:rPr lang="de-DE"/>
              <a:t>Inhalt hinzufügen</a:t>
            </a:r>
          </a:p>
          <a:p>
            <a:pPr lvl="1"/>
            <a:r>
              <a:rPr lang="de-DE"/>
              <a:t>Zweite </a:t>
            </a:r>
            <a:r>
              <a:rPr lang="de-CH" noProof="0"/>
              <a:t>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16.12.25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Schlusspräsentationen Auswertungen HS2025, Gruppe 7 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9837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6800" y="1170372"/>
            <a:ext cx="11012400" cy="492443"/>
          </a:xfrm>
        </p:spPr>
        <p:txBody>
          <a:bodyPr/>
          <a:lstStyle/>
          <a:p>
            <a:r>
              <a:rPr lang="de-CH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06800" y="1989137"/>
            <a:ext cx="5040000" cy="4175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/>
              <a:t>Inhalt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385979" y="1989138"/>
            <a:ext cx="5037671" cy="4175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/>
              <a:t>Inhalt hinzufügen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16.12.25</a:t>
            </a:r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Schlusspräsentationen Auswertungen HS2025, Gruppe 7 </a:t>
            </a:r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30175" y="1170372"/>
            <a:ext cx="5393475" cy="492443"/>
          </a:xfrm>
        </p:spPr>
        <p:txBody>
          <a:bodyPr/>
          <a:lstStyle/>
          <a:p>
            <a:r>
              <a:rPr lang="de-CH"/>
              <a:t>Titel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030175" y="1989138"/>
            <a:ext cx="5393475" cy="4175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/>
              <a:t>Inhalt hinzufügen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16.12.25</a:t>
            </a:r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Schlusspräsentationen Auswertungen HS2025, Gruppe 7 </a:t>
            </a:r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3" name="Bildplatzhalter 3">
            <a:extLst>
              <a:ext uri="{FF2B5EF4-FFF2-40B4-BE49-F238E27FC236}">
                <a16:creationId xmlns:a16="http://schemas.microsoft.com/office/drawing/2014/main" id="{045B5233-76F3-BDA2-C5F4-340A566D321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2941" y="846001"/>
            <a:ext cx="5324400" cy="5688000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buNone/>
              <a:defRPr sz="1600" b="0"/>
            </a:lvl1pPr>
          </a:lstStyle>
          <a:p>
            <a:r>
              <a:rPr lang="de-CH"/>
              <a:t>Ersetzen Sie diesen Platzhalter durch ein Bild </a:t>
            </a:r>
            <a:br>
              <a:rPr lang="de-CH"/>
            </a:br>
            <a:r>
              <a:rPr lang="de-CH"/>
              <a:t>(Grösse und Position beibehalten).</a:t>
            </a:r>
            <a:br>
              <a:rPr lang="de-CH"/>
            </a:br>
            <a:br>
              <a:rPr lang="de-CH"/>
            </a:br>
            <a:r>
              <a:rPr lang="de-CH"/>
              <a:t>Eine Auswahl an FHNW-Bildern finden Sie im </a:t>
            </a:r>
            <a:br>
              <a:rPr lang="de-CH"/>
            </a:br>
            <a:r>
              <a:rPr lang="de-CH"/>
              <a:t>«Content </a:t>
            </a:r>
            <a:r>
              <a:rPr lang="de-CH" err="1"/>
              <a:t>Chooser</a:t>
            </a:r>
            <a:r>
              <a:rPr lang="de-CH"/>
              <a:t>» rechts in PowerPoint </a:t>
            </a:r>
            <a:br>
              <a:rPr lang="de-CH"/>
            </a:br>
            <a:r>
              <a:rPr lang="de-CH"/>
              <a:t>oder unter dem Menüpunkt «Einfügen &gt; Inhalte».</a:t>
            </a:r>
            <a:br>
              <a:rPr lang="de-CH"/>
            </a:br>
            <a:br>
              <a:rPr lang="de-CH"/>
            </a:br>
            <a:r>
              <a:rPr lang="de-CH"/>
              <a:t>Eigene Bilder können Sie durch einen Klick auf das untenstehende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3997219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6800" y="1170372"/>
            <a:ext cx="5040000" cy="492443"/>
          </a:xfrm>
        </p:spPr>
        <p:txBody>
          <a:bodyPr/>
          <a:lstStyle/>
          <a:p>
            <a:r>
              <a:rPr lang="de-CH"/>
              <a:t>Titel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06800" y="1989138"/>
            <a:ext cx="5040000" cy="4175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/>
              <a:t>Inhalt hinzufügen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16.12.25</a:t>
            </a:r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Schlusspräsentationen Auswertungen HS2025, Gruppe 7 </a:t>
            </a:r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8" name="Bildplatzhalter 3">
            <a:extLst>
              <a:ext uri="{FF2B5EF4-FFF2-40B4-BE49-F238E27FC236}">
                <a16:creationId xmlns:a16="http://schemas.microsoft.com/office/drawing/2014/main" id="{BFED3010-9542-8FB4-6B6D-FE485296850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98226" y="846000"/>
            <a:ext cx="5324400" cy="5688000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buNone/>
              <a:defRPr sz="1600" b="0"/>
            </a:lvl1pPr>
          </a:lstStyle>
          <a:p>
            <a:r>
              <a:rPr lang="de-CH"/>
              <a:t>Ersetzen Sie diesen Platzhalter durch ein Bild </a:t>
            </a:r>
            <a:br>
              <a:rPr lang="de-CH"/>
            </a:br>
            <a:r>
              <a:rPr lang="de-CH"/>
              <a:t>(Grösse und Position beibehalten).</a:t>
            </a:r>
            <a:br>
              <a:rPr lang="de-CH"/>
            </a:br>
            <a:br>
              <a:rPr lang="de-CH"/>
            </a:br>
            <a:r>
              <a:rPr lang="de-CH"/>
              <a:t>Eine Auswahl an FHNW-Bildern finden Sie im </a:t>
            </a:r>
            <a:br>
              <a:rPr lang="de-CH"/>
            </a:br>
            <a:r>
              <a:rPr lang="de-CH"/>
              <a:t>«Content </a:t>
            </a:r>
            <a:r>
              <a:rPr lang="de-CH" err="1"/>
              <a:t>Chooser</a:t>
            </a:r>
            <a:r>
              <a:rPr lang="de-CH"/>
              <a:t>» rechts in PowerPoint </a:t>
            </a:r>
            <a:br>
              <a:rPr lang="de-CH"/>
            </a:br>
            <a:r>
              <a:rPr lang="de-CH"/>
              <a:t>oder unter dem Menüpunkt «Einfügen &gt; Inhalte».</a:t>
            </a:r>
            <a:br>
              <a:rPr lang="de-CH"/>
            </a:br>
            <a:br>
              <a:rPr lang="de-CH"/>
            </a:br>
            <a:r>
              <a:rPr lang="de-CH"/>
              <a:t>Eigene Bilder können Sie durch einen Klick auf das untenstehende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2932665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EB216CB-AE9D-4C01-AD48-4B79158751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16.12.25</a:t>
            </a:r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E67269-0443-40A6-8D53-CF9C30AE72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Schlusspräsentationen Auswertungen HS2025, Gruppe 7 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D2179C-3288-47A5-A587-1B7255A2C3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2" name="Bildplatzhalter 3">
            <a:extLst>
              <a:ext uri="{FF2B5EF4-FFF2-40B4-BE49-F238E27FC236}">
                <a16:creationId xmlns:a16="http://schemas.microsoft.com/office/drawing/2014/main" id="{FA158FDB-0E1B-74C0-3EFC-E1E947BFEE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846872"/>
            <a:ext cx="11423650" cy="5688000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buNone/>
              <a:defRPr sz="1600" b="0"/>
            </a:lvl1pPr>
          </a:lstStyle>
          <a:p>
            <a:r>
              <a:rPr lang="de-CH"/>
              <a:t> Ersetzen Sie diesen Platzhalter durch ein Bild (Grösse und Position beibehalten).</a:t>
            </a:r>
            <a:br>
              <a:rPr lang="de-CH"/>
            </a:br>
            <a:br>
              <a:rPr lang="de-CH"/>
            </a:br>
            <a:r>
              <a:rPr lang="de-CH"/>
              <a:t>Eine Auswahl an FHNW-Bildern finden Sie im «Content </a:t>
            </a:r>
            <a:r>
              <a:rPr lang="de-CH" err="1"/>
              <a:t>Chooser</a:t>
            </a:r>
            <a:r>
              <a:rPr lang="de-CH"/>
              <a:t>» rechts in PowerPoint </a:t>
            </a:r>
            <a:br>
              <a:rPr lang="de-CH"/>
            </a:br>
            <a:r>
              <a:rPr lang="de-CH"/>
              <a:t>oder unter dem Menüpunkt «Einfügen &gt; Inhalte».</a:t>
            </a:r>
            <a:br>
              <a:rPr lang="de-CH"/>
            </a:br>
            <a:br>
              <a:rPr lang="de-CH"/>
            </a:br>
            <a:r>
              <a:rPr lang="de-CH"/>
              <a:t>Eigene Bilder können Sie durch einen Klick</a:t>
            </a:r>
            <a:br>
              <a:rPr lang="de-CH"/>
            </a:br>
            <a:r>
              <a:rPr lang="de-CH"/>
              <a:t>auf das untenstehende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245175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6800" y="1170372"/>
            <a:ext cx="11016850" cy="492443"/>
          </a:xfrm>
        </p:spPr>
        <p:txBody>
          <a:bodyPr/>
          <a:lstStyle/>
          <a:p>
            <a:r>
              <a:rPr lang="de-CH"/>
              <a:t>Titel hinzufügen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16.12.25</a:t>
            </a:r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Schlusspräsentationen Auswertungen HS2025, Gruppe 7 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16.12.25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Schlusspräsentationen Auswertungen HS2025, Gruppe 7 </a:t>
            </a:r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CA65A95-72B9-9C39-BC44-04A643558335}"/>
              </a:ext>
            </a:extLst>
          </p:cNvPr>
          <p:cNvSpPr/>
          <p:nvPr userDrawn="1"/>
        </p:nvSpPr>
        <p:spPr>
          <a:xfrm>
            <a:off x="0" y="6534000"/>
            <a:ext cx="11430000" cy="324000"/>
          </a:xfrm>
          <a:prstGeom prst="rect">
            <a:avLst/>
          </a:prstGeom>
          <a:solidFill>
            <a:srgbClr val="FDE7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08076" y="1170372"/>
            <a:ext cx="11015574" cy="49244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de-CH"/>
              <a:t>Titel hinzufügen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07988" y="1989137"/>
            <a:ext cx="11015662" cy="41759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Inhalt hinzufügen</a:t>
            </a:r>
          </a:p>
          <a:p>
            <a:pPr lvl="2"/>
            <a:r>
              <a:rPr lang="de-CH" noProof="0"/>
              <a:t>Ebene 2</a:t>
            </a:r>
          </a:p>
          <a:p>
            <a:pPr lvl="3"/>
            <a:r>
              <a:rPr lang="de-CH" noProof="0"/>
              <a:t>Ebene 3</a:t>
            </a:r>
          </a:p>
          <a:p>
            <a:pPr lvl="4"/>
            <a:r>
              <a:rPr lang="de-CH" noProof="0"/>
              <a:t>Ebene 4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19100" y="6620400"/>
            <a:ext cx="11880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50">
                <a:solidFill>
                  <a:schemeClr val="tx1"/>
                </a:solidFill>
              </a:defRPr>
            </a:lvl1pPr>
          </a:lstStyle>
          <a:p>
            <a:r>
              <a:rPr lang="de-DE"/>
              <a:t>16.12.25</a:t>
            </a:r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67508" y="6620400"/>
            <a:ext cx="81000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50" b="1">
                <a:solidFill>
                  <a:schemeClr val="tx1"/>
                </a:solidFill>
              </a:defRPr>
            </a:lvl1pPr>
          </a:lstStyle>
          <a:p>
            <a:r>
              <a:rPr lang="de-DE"/>
              <a:t>Schlusspräsentationen Auswertungen HS2025, Gruppe 7 </a:t>
            </a:r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5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BBC21AA-03C3-7EDE-BB82-F15F9CEADEFF}"/>
              </a:ext>
            </a:extLst>
          </p:cNvPr>
          <p:cNvSpPr txBox="1"/>
          <p:nvPr userDrawn="1"/>
        </p:nvSpPr>
        <p:spPr>
          <a:xfrm>
            <a:off x="9767508" y="6618222"/>
            <a:ext cx="150642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de-DE"/>
            </a:defPPr>
            <a:lvl1pPr>
              <a:defRPr sz="950" b="1"/>
            </a:lvl1pPr>
          </a:lstStyle>
          <a:p>
            <a:pPr lvl="0" algn="r"/>
            <a:r>
              <a:rPr lang="de-CH"/>
              <a:t>www.fhnw.ch/habg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7FFFC2B-C6E7-CCAE-4AF9-773A614B1149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0457" y="212400"/>
            <a:ext cx="3364863" cy="4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7" r:id="rId3"/>
    <p:sldLayoutId id="2147483668" r:id="rId4"/>
    <p:sldLayoutId id="2147483661" r:id="rId5"/>
    <p:sldLayoutId id="2147483669" r:id="rId6"/>
    <p:sldLayoutId id="2147483670" r:id="rId7"/>
    <p:sldLayoutId id="2147483665" r:id="rId8"/>
    <p:sldLayoutId id="2147483663" r:id="rId9"/>
    <p:sldLayoutId id="2147483664" r:id="rId10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-270000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268288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10000" indent="-269875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69875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 userDrawn="1">
          <p15:clr>
            <a:srgbClr val="A4A3A4"/>
          </p15:clr>
        </p15:guide>
        <p15:guide id="2" pos="7196" userDrawn="1">
          <p15:clr>
            <a:srgbClr val="A4A3A4"/>
          </p15:clr>
        </p15:guide>
        <p15:guide id="3" orient="horz" pos="3883" userDrawn="1">
          <p15:clr>
            <a:srgbClr val="A4A3A4"/>
          </p15:clr>
        </p15:guide>
        <p15:guide id="4" orient="horz" pos="125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CD0C40B-FE47-09DA-E68C-668C688B8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noProof="0" dirty="0"/>
              <a:t>22. Mai 2026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31FA8BF-50D5-54A5-F2CD-E517B7E34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Schlusspräsentationen Auswertungen HS2025, Gruppe 7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0BC01C3-B93D-F505-296F-975A50D4A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1</a:t>
            </a:fld>
            <a:endParaRPr lang="de-CH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B017BCB-673E-2E63-AA8B-EBED621C7A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CH" noProof="0" dirty="0"/>
              <a:t>Team</a:t>
            </a:r>
            <a:br>
              <a:rPr lang="de-CH" noProof="0" dirty="0"/>
            </a:br>
            <a:r>
              <a:rPr lang="de-CH" noProof="0" dirty="0"/>
              <a:t>Alina Portmann, Carmen Schwammberger, Melanie </a:t>
            </a:r>
            <a:r>
              <a:rPr lang="de-CH" noProof="0" dirty="0" err="1"/>
              <a:t>Schiefenmülle</a:t>
            </a:r>
            <a:r>
              <a:rPr lang="de-CH" dirty="0"/>
              <a:t>r, Kelan Darwin Schmitter, Jimmy </a:t>
            </a:r>
            <a:r>
              <a:rPr lang="de-CH" dirty="0" err="1"/>
              <a:t>Wältli</a:t>
            </a:r>
            <a:r>
              <a:rPr lang="de-CH" dirty="0"/>
              <a:t> </a:t>
            </a:r>
            <a:endParaRPr lang="de-CH" noProof="0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165728F-9632-0688-0B54-14B8EAEC86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noProof="0" dirty="0" err="1"/>
              <a:t>Streetlore</a:t>
            </a:r>
            <a:r>
              <a:rPr lang="de-CH" noProof="0" dirty="0"/>
              <a:t> Basel</a:t>
            </a:r>
          </a:p>
        </p:txBody>
      </p:sp>
      <p:sp>
        <p:nvSpPr>
          <p:cNvPr id="8" name="Untertitel 7">
            <a:extLst>
              <a:ext uri="{FF2B5EF4-FFF2-40B4-BE49-F238E27FC236}">
                <a16:creationId xmlns:a16="http://schemas.microsoft.com/office/drawing/2014/main" id="{5D73F7A8-7F69-5A91-8BBE-A0A8ECDE70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 err="1"/>
              <a:t>Präsentations</a:t>
            </a:r>
            <a:r>
              <a:rPr lang="de-CH" dirty="0"/>
              <a:t> Pitch</a:t>
            </a:r>
            <a:endParaRPr lang="de-CH" noProof="0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B31BAD9E-E4E4-4616-A132-8609B0D5266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</p:spTree>
    <p:extLst>
      <p:ext uri="{BB962C8B-B14F-4D97-AF65-F5344CB8AC3E}">
        <p14:creationId xmlns:p14="http://schemas.microsoft.com/office/powerpoint/2010/main" val="787063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972175-584F-2F80-DEFA-C4E1BA28E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Inhalt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AFC470-8766-8A2F-4BDB-346CC122C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noProof="0" dirty="0"/>
              <a:t>Grundidee</a:t>
            </a:r>
          </a:p>
          <a:p>
            <a:r>
              <a:rPr lang="de-CH" dirty="0"/>
              <a:t>Konzept &amp; Mockup</a:t>
            </a:r>
            <a:endParaRPr lang="de-CH" noProof="0" dirty="0"/>
          </a:p>
          <a:p>
            <a:r>
              <a:rPr lang="de-CH" dirty="0"/>
              <a:t>Datengrundlage </a:t>
            </a:r>
            <a:endParaRPr lang="de-CH" noProof="0" dirty="0"/>
          </a:p>
          <a:p>
            <a:r>
              <a:rPr lang="de-CH" dirty="0"/>
              <a:t>Klassifizierung</a:t>
            </a:r>
            <a:endParaRPr lang="de-CH" noProof="0" dirty="0"/>
          </a:p>
          <a:p>
            <a:r>
              <a:rPr lang="de-CH" dirty="0"/>
              <a:t>Website (Karte)</a:t>
            </a:r>
            <a:endParaRPr lang="de-CH" noProof="0" dirty="0"/>
          </a:p>
          <a:p>
            <a:r>
              <a:rPr lang="de-CH" dirty="0"/>
              <a:t>Website (Statistiken)</a:t>
            </a:r>
            <a:endParaRPr lang="de-CH" noProof="0" dirty="0"/>
          </a:p>
          <a:p>
            <a:r>
              <a:rPr lang="de-CH" dirty="0" err="1"/>
              <a:t>Learnings</a:t>
            </a:r>
            <a:r>
              <a:rPr lang="de-CH" dirty="0"/>
              <a:t> </a:t>
            </a:r>
          </a:p>
          <a:p>
            <a:r>
              <a:rPr lang="de-CH" noProof="0" dirty="0"/>
              <a:t>Fazit </a:t>
            </a:r>
          </a:p>
          <a:p>
            <a:r>
              <a:rPr lang="de-CH" dirty="0"/>
              <a:t>Fragen</a:t>
            </a:r>
            <a:endParaRPr lang="de-CH" noProof="0" dirty="0"/>
          </a:p>
          <a:p>
            <a:endParaRPr lang="de-CH" noProof="0" dirty="0"/>
          </a:p>
          <a:p>
            <a:endParaRPr lang="de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B01B0A-DBF6-FEF4-82CA-4C2B73745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noProof="0" dirty="0"/>
              <a:t>22.05.2026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95F738-130A-D3FB-2198-8A313732D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 err="1"/>
              <a:t>Streetlore</a:t>
            </a:r>
            <a:r>
              <a:rPr lang="de-CH" dirty="0"/>
              <a:t> Basel 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3641CD-D9FE-5C26-7D73-C977095E1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2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375587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98F09-FE0B-9666-BBFC-D51D07FDF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BF0E07-1469-F6F6-3505-DE2C6651E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Grundidee</a:t>
            </a:r>
            <a:endParaRPr lang="de-CH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B414652-0E68-B27E-773F-F8127A475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noProof="0"/>
              <a:t>16.12.25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A0052A3-9134-8402-62B4-836F9579A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Schlusspräsentationen Auswertungen HS2025, Gruppe 7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1AFA684-B699-A778-887F-3A1DF590D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3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695470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EC89D3-C5C6-D6FB-CB66-6E3CA4206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Das Problem — Strassennamen ohne Kontext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67B6E7-D2FF-0D97-36C9-0D8543A95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noProof="0" dirty="0"/>
              <a:t>Basel hat </a:t>
            </a:r>
            <a:r>
              <a:rPr lang="de-CH" b="1" noProof="0" dirty="0" err="1">
                <a:highlight>
                  <a:srgbClr val="FFFF00"/>
                </a:highlight>
              </a:rPr>
              <a:t>xxxx</a:t>
            </a:r>
            <a:r>
              <a:rPr lang="de-CH" noProof="0" dirty="0"/>
              <a:t> offizielle Strassen</a:t>
            </a:r>
          </a:p>
          <a:p>
            <a:r>
              <a:rPr lang="de-CH" noProof="0" dirty="0"/>
              <a:t>Jede hat einen Namen mit Bedeutung (Person, Ort, Natur, ...)</a:t>
            </a:r>
          </a:p>
          <a:p>
            <a:r>
              <a:rPr lang="de-CH" noProof="0" dirty="0"/>
              <a:t>Diese Info ist auf data.bs.ch öffentlich — aber nicht durchsuchbar</a:t>
            </a:r>
          </a:p>
          <a:p>
            <a:r>
              <a:rPr lang="de-CH" noProof="0" dirty="0"/>
              <a:t>Wer prägt das Stadtbild? </a:t>
            </a:r>
          </a:p>
          <a:p>
            <a:r>
              <a:rPr lang="de-CH" noProof="0" dirty="0"/>
              <a:t>Wo sind die Frauen? </a:t>
            </a:r>
          </a:p>
          <a:p>
            <a:r>
              <a:rPr lang="de-CH" noProof="0" dirty="0"/>
              <a:t>Wo die Heiligen?</a:t>
            </a:r>
          </a:p>
          <a:p>
            <a:endParaRPr lang="de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892F68-0D39-49EA-D440-EC51B05DA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noProof="0"/>
              <a:t>16. Dezember 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329AEE-2879-00E1-C60C-B1BC6E2A5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 err="1"/>
              <a:t>Streetlore</a:t>
            </a:r>
            <a:r>
              <a:rPr lang="de-CH" dirty="0"/>
              <a:t> Basel 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3A2E4C-7DFD-EDA5-0111-DDECFD58F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4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764328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291B9-9419-DD25-D950-5C52213A8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7473E-BBB5-5EF8-4A43-656942977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1170372"/>
            <a:ext cx="11012400" cy="984885"/>
          </a:xfrm>
        </p:spPr>
        <p:txBody>
          <a:bodyPr/>
          <a:lstStyle/>
          <a:p>
            <a:r>
              <a:rPr lang="de-CH" noProof="0" dirty="0"/>
              <a:t>Die Lösung — </a:t>
            </a:r>
            <a:r>
              <a:rPr lang="de-CH" noProof="0" dirty="0" err="1"/>
              <a:t>StreetLore</a:t>
            </a:r>
            <a:r>
              <a:rPr lang="de-CH" noProof="0" dirty="0"/>
              <a:t> Basel</a:t>
            </a:r>
            <a:br>
              <a:rPr lang="de-CH" noProof="0" dirty="0"/>
            </a:br>
            <a:endParaRPr lang="de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84797D-8A5C-96DE-4712-410F3C8C0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noProof="0" dirty="0"/>
              <a:t>Interaktive Karte mit allen </a:t>
            </a:r>
            <a:r>
              <a:rPr lang="de-CH" noProof="0" dirty="0" err="1">
                <a:highlight>
                  <a:srgbClr val="FFFF00"/>
                </a:highlight>
              </a:rPr>
              <a:t>xxxx</a:t>
            </a:r>
            <a:r>
              <a:rPr lang="de-CH" noProof="0" dirty="0"/>
              <a:t> Basler Strassen </a:t>
            </a:r>
          </a:p>
          <a:p>
            <a:r>
              <a:rPr lang="de-CH" noProof="0" dirty="0"/>
              <a:t>Filter nach Geschlecht, Kategorie und Epoche</a:t>
            </a:r>
          </a:p>
          <a:p>
            <a:r>
              <a:rPr lang="de-CH" noProof="0" dirty="0"/>
              <a:t>Pro Strasse: Klick zeigt Fun Fact und historischen Hintergrund</a:t>
            </a:r>
          </a:p>
          <a:p>
            <a:r>
              <a:rPr lang="de-CH" noProof="0" dirty="0"/>
              <a:t>Gebaut mit Python, </a:t>
            </a:r>
            <a:r>
              <a:rPr lang="de-CH" noProof="0" dirty="0" err="1"/>
              <a:t>pandas</a:t>
            </a:r>
            <a:r>
              <a:rPr lang="de-CH" noProof="0" dirty="0"/>
              <a:t>, </a:t>
            </a:r>
            <a:r>
              <a:rPr lang="de-CH" noProof="0" dirty="0" err="1"/>
              <a:t>Streamlit</a:t>
            </a:r>
            <a:r>
              <a:rPr lang="de-CH" noProof="0" dirty="0"/>
              <a:t> und Folium</a:t>
            </a:r>
          </a:p>
          <a:p>
            <a:pPr marL="0" indent="0">
              <a:buNone/>
            </a:pPr>
            <a:endParaRPr lang="de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E00021-2C00-BE7A-EBFA-619610EF1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noProof="0"/>
              <a:t>16. Dezember 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224F1F-B7B8-6711-0AD1-58074CBF5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 err="1"/>
              <a:t>Streetlore</a:t>
            </a:r>
            <a:r>
              <a:rPr lang="de-CH" dirty="0"/>
              <a:t> Basel 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412A2F-0D07-30DB-8D02-D3E60724A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5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120863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A41B3-87AD-3C7C-E399-CFA78F119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2D9DB1-0866-3424-056E-C5EC6AE9E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Konzeptionierung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6648886-2ED8-EC31-D07D-25F5E3CDB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noProof="0"/>
              <a:t>16.12.25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856125-A57A-7A9B-3C5A-DB89D9107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Schlusspräsentationen Auswertungen HS2025, Gruppe 7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FDD202-8169-8C7D-5932-A4431F749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6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712063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AA3836-40BC-604B-1D74-0788C3394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1170372"/>
            <a:ext cx="11012400" cy="492443"/>
          </a:xfrm>
        </p:spPr>
        <p:txBody>
          <a:bodyPr wrap="square" anchor="t">
            <a:normAutofit/>
          </a:bodyPr>
          <a:lstStyle/>
          <a:p>
            <a:r>
              <a:rPr lang="de-CH" dirty="0"/>
              <a:t>Aufbau </a:t>
            </a:r>
            <a:endParaRPr lang="de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8141D3-B183-8FA8-FF48-AEE7C23A1F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620400"/>
            <a:ext cx="1188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e-CH" noProof="0"/>
              <a:t>16. Dezember 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1BFB8F-1311-3525-94BB-EFCA41BA4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7508" y="6620400"/>
            <a:ext cx="8100000" cy="144016"/>
          </a:xfrm>
        </p:spPr>
        <p:txBody>
          <a:bodyPr anchor="t">
            <a:normAutofit lnSpcReduction="10000"/>
          </a:bodyPr>
          <a:lstStyle/>
          <a:p>
            <a:r>
              <a:rPr lang="de-CH" dirty="0" err="1"/>
              <a:t>Streetlore</a:t>
            </a:r>
            <a:r>
              <a:rPr lang="de-CH" dirty="0"/>
              <a:t> Basel 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5FE084-09E5-EDA1-4D1E-27DC5B5F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42AD375-037F-43D0-B059-5172DA06796A}" type="slidenum">
              <a:rPr lang="de-CH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de-CH" noProof="0"/>
          </a:p>
        </p:txBody>
      </p:sp>
      <p:pic>
        <p:nvPicPr>
          <p:cNvPr id="10" name="Inhaltsplatzhalter 9" descr="Ein Bild, das Text, Handschrift, Zeichnung, Plan enthält.&#10;&#10;Automatisch generierte Beschreibung">
            <a:extLst>
              <a:ext uri="{FF2B5EF4-FFF2-40B4-BE49-F238E27FC236}">
                <a16:creationId xmlns:a16="http://schemas.microsoft.com/office/drawing/2014/main" id="{04A392DF-31C9-498D-801B-8461C912AA0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508" y="1662815"/>
            <a:ext cx="5715698" cy="428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685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8E5B2-D2A4-108A-B3FA-F54FBAFA4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5C497D-2B40-43A0-301C-0B286DB52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Mockups</a:t>
            </a:r>
          </a:p>
        </p:txBody>
      </p:sp>
      <p:pic>
        <p:nvPicPr>
          <p:cNvPr id="8" name="Inhaltsplatzhalter 7" descr="Ein Bild, das Text, Handschrift, parallel, Reihe enthält.&#10;&#10;Automatisch generierte Beschreibung">
            <a:extLst>
              <a:ext uri="{FF2B5EF4-FFF2-40B4-BE49-F238E27FC236}">
                <a16:creationId xmlns:a16="http://schemas.microsoft.com/office/drawing/2014/main" id="{AE7DF425-259A-42C5-893F-26ED85D9B3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6537" y="696616"/>
            <a:ext cx="4094256" cy="5459009"/>
          </a:xfr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BEF198-7C24-51B5-08C2-DF1349FE9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noProof="0"/>
              <a:t>16. Dezember 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BFCA29-E80C-A91C-C67A-DEA85494A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 err="1"/>
              <a:t>Streetlore</a:t>
            </a:r>
            <a:r>
              <a:rPr lang="de-CH" dirty="0"/>
              <a:t> Basel 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CB693C-1FCD-A82B-E428-B3431854E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8</a:t>
            </a:fld>
            <a:endParaRPr lang="de-CH" noProof="0"/>
          </a:p>
        </p:txBody>
      </p:sp>
      <p:pic>
        <p:nvPicPr>
          <p:cNvPr id="12" name="Grafik 11" descr="Ein Bild, das Text, Handschrift, Papier, Brief enthält.&#10;&#10;Automatisch generierte Beschreibung">
            <a:extLst>
              <a:ext uri="{FF2B5EF4-FFF2-40B4-BE49-F238E27FC236}">
                <a16:creationId xmlns:a16="http://schemas.microsoft.com/office/drawing/2014/main" id="{72521731-C7C1-48A9-A343-10AC9AF22D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0624" y="696616"/>
            <a:ext cx="4098576" cy="546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64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B0EDF-F4EE-BA94-EC30-8B16EC61A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1B3058-73FF-BEDC-27E2-4DB499AD3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1067524"/>
            <a:ext cx="10587038" cy="900246"/>
          </a:xfrm>
        </p:spPr>
        <p:txBody>
          <a:bodyPr/>
          <a:lstStyle/>
          <a:p>
            <a:r>
              <a:rPr lang="de-CH" noProof="0" dirty="0"/>
              <a:t>Datengrundlage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1D82AFD-B4B2-B1D8-136A-85A5151A7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noProof="0"/>
              <a:t>16.12.25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BDCD9C8-E2EC-E1E9-E5F7-A67A8F08C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Schlusspräsentationen Auswertungen HS2025, Gruppe 7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4165BF-A8DF-1459-9ECE-6761FBB57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9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589011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B35C47-8091-EFCB-ADA7-D0A6E0410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1170372"/>
            <a:ext cx="11012400" cy="492443"/>
          </a:xfrm>
        </p:spPr>
        <p:txBody>
          <a:bodyPr wrap="square" anchor="t">
            <a:normAutofit/>
          </a:bodyPr>
          <a:lstStyle/>
          <a:p>
            <a:r>
              <a:rPr lang="de-CH" noProof="0" dirty="0"/>
              <a:t>Baseler Datensatz 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D540828-1E48-F0B8-508D-D72BF328A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6800" y="1989137"/>
            <a:ext cx="5040000" cy="4175125"/>
          </a:xfrm>
        </p:spPr>
        <p:txBody>
          <a:bodyPr/>
          <a:lstStyle/>
          <a:p>
            <a:pPr marL="0" indent="0">
              <a:buNone/>
            </a:pPr>
            <a:endParaRPr lang="de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737AEC-B793-1AC2-ED5C-F05FB2320A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620400"/>
            <a:ext cx="1188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e-CH" noProof="0"/>
              <a:t>16. Dezember 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B90E4E-CCF8-9E71-E58D-FF54CF5B1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7508" y="6620400"/>
            <a:ext cx="8100000" cy="144016"/>
          </a:xfrm>
        </p:spPr>
        <p:txBody>
          <a:bodyPr anchor="t">
            <a:normAutofit lnSpcReduction="10000"/>
          </a:bodyPr>
          <a:lstStyle/>
          <a:p>
            <a:r>
              <a:rPr lang="de-CH" dirty="0" err="1"/>
              <a:t>Streetlore</a:t>
            </a:r>
            <a:r>
              <a:rPr lang="de-CH" dirty="0"/>
              <a:t> Basel 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47114B-CCC5-40EE-E533-E5901F5A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42AD375-037F-43D0-B059-5172DA06796A}" type="slidenum">
              <a:rPr lang="de-CH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de-CH" noProof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152DB90C-06C7-4C1A-8913-1EF2B30459E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184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99945-835D-92C7-9F1E-0C8C3CF8F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6F7B18-951E-304A-401A-2C0A7403B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1170372"/>
            <a:ext cx="5040000" cy="492443"/>
          </a:xfrm>
        </p:spPr>
        <p:txBody>
          <a:bodyPr wrap="square" anchor="t">
            <a:normAutofit/>
          </a:bodyPr>
          <a:lstStyle/>
          <a:p>
            <a:r>
              <a:rPr lang="de-CH" noProof="0" dirty="0"/>
              <a:t>CSV </a:t>
            </a:r>
            <a:r>
              <a:rPr lang="de-CH" noProof="0" dirty="0" err="1"/>
              <a:t>konventierung</a:t>
            </a:r>
            <a:endParaRPr lang="de-CH" noProof="0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ED3B42F-A203-0189-0D5E-900AE0EC5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6800" y="1989137"/>
            <a:ext cx="5040000" cy="417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183EFF-D9D1-BF2F-989C-01083BE5F4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620400"/>
            <a:ext cx="1188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e-CH" noProof="0"/>
              <a:t>16. Dezember 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BAFA80-FD78-0FCC-EC6F-1E81273E8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7508" y="6620400"/>
            <a:ext cx="8100000" cy="144016"/>
          </a:xfrm>
        </p:spPr>
        <p:txBody>
          <a:bodyPr anchor="t">
            <a:normAutofit lnSpcReduction="10000"/>
          </a:bodyPr>
          <a:lstStyle/>
          <a:p>
            <a:r>
              <a:rPr lang="de-CH" dirty="0" err="1"/>
              <a:t>Streetlore</a:t>
            </a:r>
            <a:r>
              <a:rPr lang="de-CH" dirty="0"/>
              <a:t> Basel 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60A58F-2B10-003F-2B4E-D0E35CBB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42AD375-037F-43D0-B059-5172DA06796A}" type="slidenum">
              <a:rPr lang="de-CH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864962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C48B36-65BC-6419-3CDB-F8E28D984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1067524"/>
            <a:ext cx="10587038" cy="921613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de-CH" sz="5000" dirty="0"/>
              <a:t>Klassifizierungen </a:t>
            </a:r>
            <a:endParaRPr lang="de-CH" sz="5000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920AB0B-FCEC-B246-1771-836B6C95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42AD375-037F-43D0-B059-5172DA06796A}" type="slidenum">
              <a:rPr lang="de-CH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12</a:t>
            </a:fld>
            <a:endParaRPr lang="de-CH" noProof="0"/>
          </a:p>
        </p:txBody>
      </p:sp>
      <p:sp>
        <p:nvSpPr>
          <p:cNvPr id="6" name="Datumsplatzhalter 3" hidden="1">
            <a:extLst>
              <a:ext uri="{FF2B5EF4-FFF2-40B4-BE49-F238E27FC236}">
                <a16:creationId xmlns:a16="http://schemas.microsoft.com/office/drawing/2014/main" id="{C1DAEE82-1EA6-FECE-73BB-29A207D0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620400"/>
            <a:ext cx="1188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e-CH" noProof="0"/>
              <a:t>16. Dezember 2025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69D6E9C0-F1A7-FCFA-5F51-5EF1C3D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7508" y="6620400"/>
            <a:ext cx="8100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e-CH" noProof="0"/>
              <a:t>Terrestrisches Laserscanning Kraftwerk Schlappin, Klosters</a:t>
            </a:r>
          </a:p>
        </p:txBody>
      </p:sp>
    </p:spTree>
    <p:extLst>
      <p:ext uri="{BB962C8B-B14F-4D97-AF65-F5344CB8AC3E}">
        <p14:creationId xmlns:p14="http://schemas.microsoft.com/office/powerpoint/2010/main" val="1173657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34F4B4-9A2C-40C8-8712-D05D637E8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Kategorien </a:t>
            </a:r>
            <a:endParaRPr lang="de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FFA22C-4353-479D-94ED-D4C16FC55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endParaRPr lang="de-CH" noProof="0" dirty="0"/>
          </a:p>
          <a:p>
            <a:pPr marL="0" indent="0">
              <a:buNone/>
            </a:pPr>
            <a:r>
              <a:rPr lang="de-CH" noProof="0" dirty="0"/>
              <a:t>					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5CB310-4FB7-4914-B15F-8A5DF282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13</a:t>
            </a:fld>
            <a:endParaRPr lang="de-CH" noProof="0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55D23719-9120-02B9-C5EF-9BDE008831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620400"/>
            <a:ext cx="1188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e-CH" noProof="0"/>
              <a:t>16. Dezember 2025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ED1A31C7-D9A8-177C-06D4-108B3E5A6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7508" y="6620400"/>
            <a:ext cx="8100000" cy="144016"/>
          </a:xfrm>
        </p:spPr>
        <p:txBody>
          <a:bodyPr anchor="t">
            <a:normAutofit lnSpcReduction="10000"/>
          </a:bodyPr>
          <a:lstStyle/>
          <a:p>
            <a:r>
              <a:rPr lang="de-CH" dirty="0" err="1"/>
              <a:t>Streetlore</a:t>
            </a:r>
            <a:r>
              <a:rPr lang="de-CH" dirty="0"/>
              <a:t> Basel </a:t>
            </a:r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236505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572DFA7-EDC2-23DD-8B89-838E2053B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1170372"/>
            <a:ext cx="5040000" cy="492443"/>
          </a:xfrm>
        </p:spPr>
        <p:txBody>
          <a:bodyPr wrap="square" anchor="t">
            <a:normAutofit/>
          </a:bodyPr>
          <a:lstStyle/>
          <a:p>
            <a:r>
              <a:rPr lang="en-US" dirty="0" err="1"/>
              <a:t>Umsetzung</a:t>
            </a:r>
            <a:r>
              <a:rPr lang="en-US" dirty="0"/>
              <a:t>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B7A98A8-E93F-730A-164F-C18A8A424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6800" y="1989138"/>
            <a:ext cx="5040000" cy="4175125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de-CH" dirty="0">
                <a:effectLst/>
              </a:rPr>
              <a:t> </a:t>
            </a:r>
            <a:endParaRPr lang="en-US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4A0E3BA-A303-4E6D-93D5-3A2B1279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620400"/>
            <a:ext cx="1188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e-DE"/>
              <a:t>16. Dezember 2025</a:t>
            </a:r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BC94DBE-C047-420A-8840-945B162B2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7508" y="6620400"/>
            <a:ext cx="8100000" cy="144016"/>
          </a:xfrm>
        </p:spPr>
        <p:txBody>
          <a:bodyPr anchor="t">
            <a:normAutofit lnSpcReduction="10000"/>
          </a:bodyPr>
          <a:lstStyle/>
          <a:p>
            <a:r>
              <a:rPr lang="de-CH" dirty="0" err="1"/>
              <a:t>Streetlore</a:t>
            </a:r>
            <a:r>
              <a:rPr lang="de-CH" dirty="0"/>
              <a:t> Basel </a:t>
            </a:r>
            <a:endParaRPr lang="de-CH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630710-2595-4C35-8027-37E8E74E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42AD375-037F-43D0-B059-5172DA06796A}" type="slidenum">
              <a:rPr lang="de-CH" smtClean="0"/>
              <a:pPr>
                <a:lnSpc>
                  <a:spcPct val="90000"/>
                </a:lnSpc>
                <a:spcAft>
                  <a:spcPts val="600"/>
                </a:spcAft>
              </a:pPr>
              <a:t>14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16777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71DB8-B371-FCDB-6ECE-655191EDF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C0318A-E341-EF3A-84CC-1A89DB78B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1067524"/>
            <a:ext cx="10587038" cy="900246"/>
          </a:xfrm>
        </p:spPr>
        <p:txBody>
          <a:bodyPr/>
          <a:lstStyle/>
          <a:p>
            <a:r>
              <a:rPr lang="de-CH" dirty="0"/>
              <a:t>Website (Karte)</a:t>
            </a:r>
            <a:endParaRPr lang="de-CH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14D3091-B7B6-764E-7B71-5648F811D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noProof="0"/>
              <a:t>16.12.25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81C5B6D-1D3B-D975-14E4-04FAB57F5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Schlusspräsentationen Auswertungen HS2025, Gruppe 7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C4A67C3-4EA0-5348-2082-FF6AA829A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15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682704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D6A8851-FDE3-BECD-D970-A837C86EA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1170372"/>
            <a:ext cx="5040000" cy="492443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Aufbau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3E90B4-51CE-622A-3C5E-F5D21A3E43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620400"/>
            <a:ext cx="1188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e-CH" noProof="0"/>
              <a:t>16. Dezember 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1B3CAA-B383-C847-064F-58E95C82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7508" y="6620400"/>
            <a:ext cx="8100000" cy="144016"/>
          </a:xfrm>
        </p:spPr>
        <p:txBody>
          <a:bodyPr anchor="t">
            <a:normAutofit lnSpcReduction="10000"/>
          </a:bodyPr>
          <a:lstStyle/>
          <a:p>
            <a:r>
              <a:rPr lang="de-CH" dirty="0" err="1"/>
              <a:t>Streetlore</a:t>
            </a:r>
            <a:r>
              <a:rPr lang="de-CH" dirty="0"/>
              <a:t> Basel 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373898-F13D-708A-B719-81389DC0A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42AD375-037F-43D0-B059-5172DA06796A}" type="slidenum">
              <a:rPr lang="de-CH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16</a:t>
            </a:fld>
            <a:endParaRPr lang="de-CH" noProof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A1242AF-20E5-4BC8-A009-7394D1D317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</p:spTree>
    <p:extLst>
      <p:ext uri="{BB962C8B-B14F-4D97-AF65-F5344CB8AC3E}">
        <p14:creationId xmlns:p14="http://schemas.microsoft.com/office/powerpoint/2010/main" val="2739965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D6A8851-FDE3-BECD-D970-A837C86EA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1170372"/>
            <a:ext cx="5040000" cy="492443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Interface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3E90B4-51CE-622A-3C5E-F5D21A3E43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620400"/>
            <a:ext cx="1188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e-CH" noProof="0"/>
              <a:t>16. Dezember 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1B3CAA-B383-C847-064F-58E95C82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7508" y="6620400"/>
            <a:ext cx="8100000" cy="144016"/>
          </a:xfrm>
        </p:spPr>
        <p:txBody>
          <a:bodyPr anchor="t">
            <a:normAutofit lnSpcReduction="10000"/>
          </a:bodyPr>
          <a:lstStyle/>
          <a:p>
            <a:r>
              <a:rPr lang="de-CH" dirty="0" err="1"/>
              <a:t>Streetlore</a:t>
            </a:r>
            <a:r>
              <a:rPr lang="de-CH" dirty="0"/>
              <a:t> Basel 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373898-F13D-708A-B719-81389DC0A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42AD375-037F-43D0-B059-5172DA06796A}" type="slidenum">
              <a:rPr lang="de-CH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17</a:t>
            </a:fld>
            <a:endParaRPr lang="de-CH" noProof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8CD3385-599C-4AD0-B90E-0338CC73C0C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</p:spTree>
    <p:extLst>
      <p:ext uri="{BB962C8B-B14F-4D97-AF65-F5344CB8AC3E}">
        <p14:creationId xmlns:p14="http://schemas.microsoft.com/office/powerpoint/2010/main" val="3737925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ED954-0CC5-A247-93DF-B966DEC5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DE2B2D-3BF3-24DD-7189-51078E4C5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Website (Statistiken)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731B85A-6448-5CB5-5220-BFE66887C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noProof="0"/>
              <a:t>16.12.25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FBC8413-9236-9A78-C1C2-FF758D9EC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Schlusspräsentationen Auswertungen HS2025, Gruppe 7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12B54A5-87C7-3A7E-3346-A36D4DBC6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18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7441208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D37498-C427-87FE-A7D7-52D652EC8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1170372"/>
            <a:ext cx="11012400" cy="492443"/>
          </a:xfrm>
        </p:spPr>
        <p:txBody>
          <a:bodyPr wrap="square" anchor="t">
            <a:normAutofit/>
          </a:bodyPr>
          <a:lstStyle/>
          <a:p>
            <a:r>
              <a:rPr lang="de-CH" noProof="0" dirty="0"/>
              <a:t>Aufbau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528D31-A095-7F4E-0084-7CC823EBAB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620400"/>
            <a:ext cx="1188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e-CH" noProof="0"/>
              <a:t>16. Dezember 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A40D4F-A48E-6DFB-EFB7-B02012138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7508" y="6620400"/>
            <a:ext cx="8100000" cy="144016"/>
          </a:xfrm>
        </p:spPr>
        <p:txBody>
          <a:bodyPr anchor="t">
            <a:normAutofit lnSpcReduction="10000"/>
          </a:bodyPr>
          <a:lstStyle/>
          <a:p>
            <a:r>
              <a:rPr lang="de-CH" dirty="0" err="1"/>
              <a:t>Streetlore</a:t>
            </a:r>
            <a:r>
              <a:rPr lang="de-CH" dirty="0"/>
              <a:t> Basel 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356612-FA73-23B0-38D8-09D27D5C4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42AD375-037F-43D0-B059-5172DA06796A}" type="slidenum">
              <a:rPr lang="de-CH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19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654712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23905-4725-4E4E-E047-4C99B63BF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8F38E1-DD90-143E-D28F-7654D869F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1144972"/>
            <a:ext cx="11012400" cy="492443"/>
          </a:xfrm>
        </p:spPr>
        <p:txBody>
          <a:bodyPr wrap="square" anchor="t">
            <a:normAutofit/>
          </a:bodyPr>
          <a:lstStyle/>
          <a:p>
            <a:r>
              <a:rPr lang="de-CH" noProof="0" dirty="0"/>
              <a:t>Interface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A879D7-D79C-2A53-8227-7399FDC67B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620400"/>
            <a:ext cx="1188000" cy="144016"/>
          </a:xfrm>
        </p:spPr>
        <p:txBody>
          <a:bodyPr anchor="t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de-CH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16. Dezember 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7FC40A-337F-2170-D512-8870EF24B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7508" y="6620400"/>
            <a:ext cx="8100000" cy="144016"/>
          </a:xfrm>
        </p:spPr>
        <p:txBody>
          <a:bodyPr anchor="t">
            <a:normAutofit lnSpcReduction="10000"/>
          </a:bodyPr>
          <a:lstStyle/>
          <a:p>
            <a:r>
              <a:rPr lang="de-CH" dirty="0" err="1"/>
              <a:t>Streetlore</a:t>
            </a:r>
            <a:r>
              <a:rPr lang="de-CH" dirty="0"/>
              <a:t> Basel 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C34606-8C5A-6B1B-03B6-4D134EF9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</p:spPr>
        <p:txBody>
          <a:bodyPr anchor="t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442AD375-037F-43D0-B059-5172DA06796A}" type="slidenum">
              <a:rPr kumimoji="0" lang="de-CH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de-CH" b="0" i="0" u="none" strike="noStrike" kern="120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C4FC50A-778C-4BA5-AC5B-B94AE4FEF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14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B501B-265E-BF19-0FC2-69E8BE823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ACB7F3-7B7D-83BE-A908-5211D18E6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Learnings</a:t>
            </a:r>
            <a:r>
              <a:rPr lang="de-CH" dirty="0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3433BB-5028-632D-6635-C62E67C35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noProof="0"/>
              <a:t>16.12.25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8CFB908-93AE-66BA-4294-7EAD98310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Schlusspräsentationen Auswertungen HS2025, Gruppe 7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73BE59C-A03B-C5E4-1E95-0AC8565AE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21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991436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BF5DE6-7DCA-9019-8020-75E56F829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Challenges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958F9D-32C4-6A08-0C4A-B73584492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noProof="0"/>
              <a:t>16. Dezember 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9E3E01-DC67-DD69-E43A-BD486C18A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 err="1"/>
              <a:t>Streetlore</a:t>
            </a:r>
            <a:r>
              <a:rPr lang="de-CH" dirty="0"/>
              <a:t> Basel 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41A149-69D4-736A-D96F-955CB5D02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22</a:t>
            </a:fld>
            <a:endParaRPr lang="de-CH" noProof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B4CF512-9FF0-43DC-89C6-D69C88CEA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609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568FF-633F-63FE-01C3-CDC7D3D34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214F69-1E56-B0A3-DDA1-4AE642432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1170372"/>
            <a:ext cx="11012400" cy="492443"/>
          </a:xfrm>
        </p:spPr>
        <p:txBody>
          <a:bodyPr wrap="square" anchor="t">
            <a:normAutofit/>
          </a:bodyPr>
          <a:lstStyle/>
          <a:p>
            <a:r>
              <a:rPr lang="de-CH" noProof="0" dirty="0"/>
              <a:t>Lösungen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33EA4D6-94D0-2374-1F23-A3E417B46D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5979" y="1989138"/>
            <a:ext cx="5037671" cy="4175125"/>
          </a:xfrm>
        </p:spPr>
        <p:txBody>
          <a:bodyPr/>
          <a:lstStyle/>
          <a:p>
            <a:endParaRPr lang="de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EF557C-C977-61C9-2084-D911544474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620400"/>
            <a:ext cx="1188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e-CH" noProof="0"/>
              <a:t>16. Dezember 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9956D1-549B-8982-CEDB-BFA11BA92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7508" y="6620400"/>
            <a:ext cx="8100000" cy="144016"/>
          </a:xfrm>
        </p:spPr>
        <p:txBody>
          <a:bodyPr anchor="t">
            <a:normAutofit lnSpcReduction="10000"/>
          </a:bodyPr>
          <a:lstStyle/>
          <a:p>
            <a:r>
              <a:rPr lang="de-CH" dirty="0" err="1"/>
              <a:t>Streetlore</a:t>
            </a:r>
            <a:r>
              <a:rPr lang="de-CH" dirty="0"/>
              <a:t> Basel 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F97B66-0E80-9D4D-E284-1F4F16D40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42AD375-037F-43D0-B059-5172DA06796A}" type="slidenum">
              <a:rPr lang="de-CH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23</a:t>
            </a:fld>
            <a:endParaRPr lang="de-CH" noProof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E3AE308-F18E-4239-A78A-918F350DE9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76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40B3A5-D8D3-DC85-C5DA-3330AA2DE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Fazit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219ECE9-7752-5568-3272-3F8CD848F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noProof="0"/>
              <a:t>16.12.25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B9A0090-3386-4E77-2CA9-94E343EA9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Schlusspräsentationen Auswertungen HS2025, Gruppe 7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4506019-E2E2-B25E-2FC1-E87B06184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24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9969634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69819B-8C82-838D-741D-5BA1E7AB0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 err="1"/>
              <a:t>Reflezion</a:t>
            </a:r>
            <a:endParaRPr lang="de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321458-2718-A1AE-C27B-128906706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BD8464-7FE9-16C4-7E30-BB4EC250A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noProof="0"/>
              <a:t>16. Dezember 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8E6F6B-F52D-6E03-5190-8593EA0C4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 err="1"/>
              <a:t>Streetlore</a:t>
            </a:r>
            <a:r>
              <a:rPr lang="de-CH" dirty="0"/>
              <a:t> Basel 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6BD67A-B37C-D9AC-3562-9A8148BC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25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4910506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3D5682-D7E7-85E9-0420-113B6B9E7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Möglicher Ausblick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25C14-81A1-F14C-87CF-4AE4D4CE7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442D3C-9BBF-EFB3-2012-21E827A2C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noProof="0"/>
              <a:t>16. Dezember 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6364ED-8600-0943-79DC-5A7338C84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 err="1"/>
              <a:t>Streetlore</a:t>
            </a:r>
            <a:r>
              <a:rPr lang="de-CH" dirty="0"/>
              <a:t> Basel 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AB4BD8-2603-E8FE-2415-9D08A1597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26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1571402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152956-BC3D-0B27-CE41-EE486ED35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Fragen?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D7CDB09-F86D-FD57-6776-4CCCDC149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noProof="0"/>
              <a:t>16.12.25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29CF760-1D15-0506-BA0C-8826083E9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Schlusspräsentationen Auswertungen HS2025, Gruppe 7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D19956C-A22B-5083-E650-CCFC6F258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27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7772512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7191BE-B538-18CB-98BA-642C55EF9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/>
              <a:t>Quellen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6020F0-8D46-E6FD-DEFE-2932732D2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5C164D-57B6-67EE-C355-0434C63FE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noProof="0"/>
              <a:t>16. Dezember 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1F61AA-EB95-B518-F555-6F0823AC2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 err="1"/>
              <a:t>Streetlore</a:t>
            </a:r>
            <a:r>
              <a:rPr lang="de-CH" dirty="0"/>
              <a:t> Basel 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460519-99C9-7AE5-7719-B178D7292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28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232251199"/>
      </p:ext>
    </p:extLst>
  </p:cSld>
  <p:clrMapOvr>
    <a:masterClrMapping/>
  </p:clrMapOvr>
</p:sld>
</file>

<file path=ppt/theme/theme1.xml><?xml version="1.0" encoding="utf-8"?>
<a:theme xmlns:a="http://schemas.openxmlformats.org/drawingml/2006/main" name="FHNW">
  <a:themeElements>
    <a:clrScheme name="Office-Standar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HABG-16x9-DE.potx" id="{24AA962F-976E-4DBA-A151-77CCE03D1B7F}" vid="{B621839F-1AE5-4FAC-82E1-9D4ADF3F8FF3}"/>
    </a:ext>
  </a:extLst>
</a:theme>
</file>

<file path=ppt/theme/theme2.xml><?xml version="1.0" encoding="utf-8"?>
<a:theme xmlns:a="http://schemas.openxmlformats.org/drawingml/2006/main" name="Office Theme">
  <a:themeElements>
    <a:clrScheme name="Fachhochschule Nordwestschweiz">
      <a:dk1>
        <a:sysClr val="windowText" lastClr="000000"/>
      </a:dk1>
      <a:lt1>
        <a:sysClr val="window" lastClr="FFFFFF"/>
      </a:lt1>
      <a:dk2>
        <a:srgbClr val="4B4B4B"/>
      </a:dk2>
      <a:lt2>
        <a:srgbClr val="B9B9B9"/>
      </a:lt2>
      <a:accent1>
        <a:srgbClr val="FDE70E"/>
      </a:accent1>
      <a:accent2>
        <a:srgbClr val="FCB310"/>
      </a:accent2>
      <a:accent3>
        <a:srgbClr val="C70101"/>
      </a:accent3>
      <a:accent4>
        <a:srgbClr val="EF039B"/>
      </a:accent4>
      <a:accent5>
        <a:srgbClr val="0E75FE"/>
      </a:accent5>
      <a:accent6>
        <a:srgbClr val="58C507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Fachhochschule Nordwestschweiz">
      <a:dk1>
        <a:sysClr val="windowText" lastClr="000000"/>
      </a:dk1>
      <a:lt1>
        <a:sysClr val="window" lastClr="FFFFFF"/>
      </a:lt1>
      <a:dk2>
        <a:srgbClr val="4B4B4B"/>
      </a:dk2>
      <a:lt2>
        <a:srgbClr val="B9B9B9"/>
      </a:lt2>
      <a:accent1>
        <a:srgbClr val="FDE70E"/>
      </a:accent1>
      <a:accent2>
        <a:srgbClr val="FCB310"/>
      </a:accent2>
      <a:accent3>
        <a:srgbClr val="C70101"/>
      </a:accent3>
      <a:accent4>
        <a:srgbClr val="EF039B"/>
      </a:accent4>
      <a:accent5>
        <a:srgbClr val="0E75FE"/>
      </a:accent5>
      <a:accent6>
        <a:srgbClr val="58C507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2ED5A2B-AA98-4E20-9ECF-6054E5AD6D36}">
  <we:reference id="ea375709-5511-4a7d-9ad9-0150d03e7fbe" version="3.4.0.0" store="EXCatalog" storeType="EXCatalog"/>
  <we:alternateReferences>
    <we:reference id="WA104380602" version="3.4.0.0" store="de-CH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cb485e5-cd52-454c-b439-58854f8d91fc" xsi:nil="true"/>
    <lcf76f155ced4ddcb4097134ff3c332f xmlns="a14b51b4-7e98-4bef-bc42-d2f4090b482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37E6128234EC548AB2003B7FFFD7248" ma:contentTypeVersion="12" ma:contentTypeDescription="Ein neues Dokument erstellen." ma:contentTypeScope="" ma:versionID="08fb2c8a7f6ac0b60f2ae0a74c344355">
  <xsd:schema xmlns:xsd="http://www.w3.org/2001/XMLSchema" xmlns:xs="http://www.w3.org/2001/XMLSchema" xmlns:p="http://schemas.microsoft.com/office/2006/metadata/properties" xmlns:ns2="a14b51b4-7e98-4bef-bc42-d2f4090b482d" xmlns:ns3="8cb485e5-cd52-454c-b439-58854f8d91fc" targetNamespace="http://schemas.microsoft.com/office/2006/metadata/properties" ma:root="true" ma:fieldsID="ef747a0b6acd61a1618fa8dd3b5a3823" ns2:_="" ns3:_="">
    <xsd:import namespace="a14b51b4-7e98-4bef-bc42-d2f4090b482d"/>
    <xsd:import namespace="8cb485e5-cd52-454c-b439-58854f8d91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4b51b4-7e98-4bef-bc42-d2f4090b48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7873907d-d049-4c15-acb6-7b8f2d6df6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b485e5-cd52-454c-b439-58854f8d91f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575baef-abac-4b82-9fc3-aa9ee9104a20}" ma:internalName="TaxCatchAll" ma:showField="CatchAllData" ma:web="8cb485e5-cd52-454c-b439-58854f8d91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26B806-0237-4942-A1FD-5C97285908C2}">
  <ds:schemaRefs>
    <ds:schemaRef ds:uri="8cb485e5-cd52-454c-b439-58854f8d91fc"/>
    <ds:schemaRef ds:uri="a14b51b4-7e98-4bef-bc42-d2f4090b482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EB9D70-B786-4A00-9BD4-76FB5727A404}">
  <ds:schemaRefs>
    <ds:schemaRef ds:uri="8cb485e5-cd52-454c-b439-58854f8d91fc"/>
    <ds:schemaRef ds:uri="a14b51b4-7e98-4bef-bc42-d2f4090b482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9d1a5fc8-321e-4101-ae63-530730711ac2}" enabled="0" method="" siteId="{9d1a5fc8-321e-4101-ae63-530730711ac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HABG-16x9-DE</Template>
  <TotalTime>0</TotalTime>
  <Words>416</Words>
  <Application>Microsoft Office PowerPoint</Application>
  <PresentationFormat>Breitbild</PresentationFormat>
  <Paragraphs>144</Paragraphs>
  <Slides>28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28</vt:i4>
      </vt:variant>
    </vt:vector>
  </HeadingPairs>
  <TitlesOfParts>
    <vt:vector size="30" baseType="lpstr">
      <vt:lpstr>Arial</vt:lpstr>
      <vt:lpstr>FHNW</vt:lpstr>
      <vt:lpstr>Streetlore Basel</vt:lpstr>
      <vt:lpstr>Inhalt</vt:lpstr>
      <vt:lpstr>Grundidee</vt:lpstr>
      <vt:lpstr>Das Problem — Strassennamen ohne Kontext</vt:lpstr>
      <vt:lpstr>Die Lösung — StreetLore Basel </vt:lpstr>
      <vt:lpstr>Konzeptionierung</vt:lpstr>
      <vt:lpstr>Aufbau </vt:lpstr>
      <vt:lpstr>Mockups</vt:lpstr>
      <vt:lpstr>Datengrundlage</vt:lpstr>
      <vt:lpstr>Baseler Datensatz </vt:lpstr>
      <vt:lpstr>CSV konventierung</vt:lpstr>
      <vt:lpstr>Klassifizierungen </vt:lpstr>
      <vt:lpstr>Kategorien </vt:lpstr>
      <vt:lpstr>Umsetzung </vt:lpstr>
      <vt:lpstr>Website (Karte)</vt:lpstr>
      <vt:lpstr>Aufbau</vt:lpstr>
      <vt:lpstr>Interface</vt:lpstr>
      <vt:lpstr>Website (Statistiken) </vt:lpstr>
      <vt:lpstr>Aufbau</vt:lpstr>
      <vt:lpstr>Interface </vt:lpstr>
      <vt:lpstr>Learnings </vt:lpstr>
      <vt:lpstr>Challenges </vt:lpstr>
      <vt:lpstr>Lösungen</vt:lpstr>
      <vt:lpstr>Fazit </vt:lpstr>
      <vt:lpstr>Reflezion</vt:lpstr>
      <vt:lpstr>Möglicher Ausblick</vt:lpstr>
      <vt:lpstr>Fragen?</vt:lpstr>
      <vt:lpstr>Quellen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Terrestrisches Laserscanning (TLS)</dc:title>
  <dc:creator>Melanie Schiefermüller</dc:creator>
  <dc:description/>
  <cp:lastModifiedBy>Kelan Darwin Schmitter (s)</cp:lastModifiedBy>
  <cp:revision>5</cp:revision>
  <dcterms:created xsi:type="dcterms:W3CDTF">2025-09-09T12:00:01Z</dcterms:created>
  <dcterms:modified xsi:type="dcterms:W3CDTF">2026-05-22T08:39:58Z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0x010100837E6128234EC548AB2003B7FFFD7248</vt:lpwstr>
  </property>
  <property fmtid="{D5CDD505-2E9C-101B-9397-08002B2CF9AE}" pid="3" name="MediaServiceImageTags">
    <vt:lpwstr/>
  </property>
</Properties>
</file>