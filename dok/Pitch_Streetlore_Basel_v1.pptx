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3" r:id="rId5"/>
    <p:sldId id="260" r:id="rId6"/>
    <p:sldId id="261" r:id="rId7"/>
    <p:sldId id="259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an Darwin Schmitter (s)" userId="1a1efc5b-5b33-45c2-bf01-314921bc7d6f" providerId="ADAL" clId="{C32212F0-68E5-4359-B1AA-E70D543E9A48}"/>
    <pc:docChg chg="custSel addSld modSld sldOrd">
      <pc:chgData name="Kelan Darwin Schmitter (s)" userId="1a1efc5b-5b33-45c2-bf01-314921bc7d6f" providerId="ADAL" clId="{C32212F0-68E5-4359-B1AA-E70D543E9A48}" dt="2026-05-21T11:59:28.587" v="145" actId="20577"/>
      <pc:docMkLst>
        <pc:docMk/>
      </pc:docMkLst>
      <pc:sldChg chg="modSp mod">
        <pc:chgData name="Kelan Darwin Schmitter (s)" userId="1a1efc5b-5b33-45c2-bf01-314921bc7d6f" providerId="ADAL" clId="{C32212F0-68E5-4359-B1AA-E70D543E9A48}" dt="2026-05-21T11:59:28.587" v="145" actId="20577"/>
        <pc:sldMkLst>
          <pc:docMk/>
          <pc:sldMk cId="3122195874" sldId="258"/>
        </pc:sldMkLst>
        <pc:spChg chg="mod">
          <ac:chgData name="Kelan Darwin Schmitter (s)" userId="1a1efc5b-5b33-45c2-bf01-314921bc7d6f" providerId="ADAL" clId="{C32212F0-68E5-4359-B1AA-E70D543E9A48}" dt="2026-05-21T11:59:28.587" v="145" actId="20577"/>
          <ac:spMkLst>
            <pc:docMk/>
            <pc:sldMk cId="3122195874" sldId="258"/>
            <ac:spMk id="3" creationId="{95E034B2-CCA6-439C-8AAC-CA08CB062BFB}"/>
          </ac:spMkLst>
        </pc:spChg>
      </pc:sldChg>
      <pc:sldChg chg="modSp mod">
        <pc:chgData name="Kelan Darwin Schmitter (s)" userId="1a1efc5b-5b33-45c2-bf01-314921bc7d6f" providerId="ADAL" clId="{C32212F0-68E5-4359-B1AA-E70D543E9A48}" dt="2026-05-21T11:58:37.540" v="14" actId="20577"/>
        <pc:sldMkLst>
          <pc:docMk/>
          <pc:sldMk cId="2938768174" sldId="263"/>
        </pc:sldMkLst>
        <pc:spChg chg="mod">
          <ac:chgData name="Kelan Darwin Schmitter (s)" userId="1a1efc5b-5b33-45c2-bf01-314921bc7d6f" providerId="ADAL" clId="{C32212F0-68E5-4359-B1AA-E70D543E9A48}" dt="2026-05-21T11:58:37.540" v="14" actId="20577"/>
          <ac:spMkLst>
            <pc:docMk/>
            <pc:sldMk cId="2938768174" sldId="263"/>
            <ac:spMk id="3" creationId="{5C5C6534-A43E-49D0-A1DF-5477B8ED511F}"/>
          </ac:spMkLst>
        </pc:spChg>
      </pc:sldChg>
      <pc:sldChg chg="modSp new mod ord">
        <pc:chgData name="Kelan Darwin Schmitter (s)" userId="1a1efc5b-5b33-45c2-bf01-314921bc7d6f" providerId="ADAL" clId="{C32212F0-68E5-4359-B1AA-E70D543E9A48}" dt="2026-05-21T11:58:33.532" v="13"/>
        <pc:sldMkLst>
          <pc:docMk/>
          <pc:sldMk cId="3498844473" sldId="266"/>
        </pc:sldMkLst>
        <pc:spChg chg="mod">
          <ac:chgData name="Kelan Darwin Schmitter (s)" userId="1a1efc5b-5b33-45c2-bf01-314921bc7d6f" providerId="ADAL" clId="{C32212F0-68E5-4359-B1AA-E70D543E9A48}" dt="2026-05-21T11:58:31.652" v="12" actId="20577"/>
          <ac:spMkLst>
            <pc:docMk/>
            <pc:sldMk cId="3498844473" sldId="266"/>
            <ac:spMk id="2" creationId="{7AC7BE1F-D057-45C0-A5D5-3B2172DAB503}"/>
          </ac:spMkLst>
        </pc:spChg>
        <pc:spChg chg="mod">
          <ac:chgData name="Kelan Darwin Schmitter (s)" userId="1a1efc5b-5b33-45c2-bf01-314921bc7d6f" providerId="ADAL" clId="{C32212F0-68E5-4359-B1AA-E70D543E9A48}" dt="2026-05-21T11:58:33.532" v="13"/>
          <ac:spMkLst>
            <pc:docMk/>
            <pc:sldMk cId="3498844473" sldId="266"/>
            <ac:spMk id="3" creationId="{E5AF2820-16A2-431C-8C14-E905E6CD38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86D8D-302F-4542-AFFD-D3B8C4573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E37225-17CD-42E3-B25D-2F35E6626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BBB2EE-DA54-4EAF-8F2E-59C9748E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090F16-51D6-47AD-AE98-FC065239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D75A52-B694-4B1D-8AF3-EBD26846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6963F5-842E-46CD-8DB0-ECCF0A63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BB1038-5096-4855-8C58-0BAF29AC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05BD29-24A8-48BF-9274-CB41D38F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F8082F-147F-4E0A-BEEE-FDAC3408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1ADA4-814A-4E09-AFAB-EBB28D39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0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E2D1A-6EF6-4839-AA0D-6F14E9A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193331-5954-449A-AF40-FD46C1D9F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124FA6-BC4C-48FC-B43E-8B21C2A3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D8B9E-C2BD-4E15-95D8-32511066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DB56B-BF62-4D60-99F9-47289256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3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19DC0-9FE2-4E45-9B66-489E76F5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1C54CA-4EAC-4F65-8E1E-AACA30DB7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2D3DBA7-BB77-4DDA-A8C7-0F572FEC5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3984CA-55D6-4A3B-8501-43A6DE6C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B06DD7-4373-4D0D-8832-DE716EB4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7734E0-79AA-4FD2-8885-28F5CB27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67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C8DE-C811-4EB3-86AF-0B5A4DD5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88FFD7-7CAA-47D3-A8C0-FBD3D131D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DFC662-E380-4F6E-969A-286856FFF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A122C55-A793-4CA5-8FD8-DF26B4D37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BF5605-09F7-479B-B4F6-54E460A29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14CE43-41A6-4C0A-AD79-DD4DC145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C5E6421-18FC-43D9-9398-86FD4925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36488B-121D-4C6B-BCA9-DC300ADB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7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35DA9-9CA7-4C86-BF57-84FA6D30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6FFFD0-829B-4B95-9BFA-6C20EFB0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771ED4-95BE-409B-91F2-5BB45C06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585809-83A4-472C-ACDC-05E48957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8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2CDCAC-1A95-4E44-B536-37CA1917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43176E-FA49-4209-8C4C-0E9FCC08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66EBEB-6D55-4558-A95F-DBBDA016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4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11ECA-4D86-4CC6-B88F-B48B9742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D9B9F-BDA6-43D0-BF4E-0F4503D8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E13131-8AAD-4F67-BB5F-F2C74D215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9457B3-CA20-41EF-8297-774B4C8B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E02A91-051D-4268-B51C-EC637217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ECF32B-3F64-4F20-A154-5A747CE2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2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A60BB2-BF15-408A-AE3E-2BED0E0E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FF74E0-3925-45CF-8D49-DD38EC9E5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0B6840-B148-4F00-AE45-6DB86E571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BBDA08-72D3-4DCB-B77D-F36A78B7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71DE53-07BE-49DD-829A-29386F18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51E6EC-EDD0-472D-8DA4-C50A11AF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2DEB3-B1F0-48E2-BF54-B9B0D435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210BEF-BC7D-4567-85AC-4EE33D89A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0186DD-AA18-4493-B580-8C4EA959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0153C-D64C-4E9B-9621-7CFC716E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CACAF-E0D2-48B7-A486-8B45B75E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4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72DF74-46A9-4636-B4D0-C3D9B4FB9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B0A2F4-5CC6-4FA2-96E5-8E19C4AE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5D5989-328E-4C95-9260-5C91D244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42E54B-AAEE-4ED6-9B9E-F1C9E75F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67805-9E54-485D-8047-DB906187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9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69F74D-10E5-4CF2-BD3D-F09D0559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8EDC2D-78B6-4E2C-A252-776B1F66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0E1E87-8352-43D6-A8B8-36AF38DF6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384DA-78CC-4E3D-9D22-12EFD414CD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22E995-2967-4F94-AEC6-10CE5E4B6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135630-8914-4488-9C6C-CA6CCDE7A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60EAD-4C9F-40F7-8A2E-8F741E4345A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2443C9-94B7-47E5-BB3C-BC92139D2A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6C6BA4-AEF9-48A8-931D-A52C8834D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Streetlore</a:t>
            </a:r>
            <a:r>
              <a:rPr lang="en-US" dirty="0"/>
              <a:t> Basel </a:t>
            </a:r>
          </a:p>
        </p:txBody>
      </p:sp>
    </p:spTree>
    <p:extLst>
      <p:ext uri="{BB962C8B-B14F-4D97-AF65-F5344CB8AC3E}">
        <p14:creationId xmlns:p14="http://schemas.microsoft.com/office/powerpoint/2010/main" val="287460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E034B2-CCA6-439C-8AAC-CA08CB062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Donnerstag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8:30 – </a:t>
            </a:r>
            <a:r>
              <a:rPr lang="en-US" dirty="0" err="1"/>
              <a:t>Aufgabenverteilung</a:t>
            </a:r>
            <a:r>
              <a:rPr lang="en-US" dirty="0"/>
              <a:t> und </a:t>
            </a:r>
            <a:r>
              <a:rPr lang="en-US" dirty="0" err="1"/>
              <a:t>Strukturierung</a:t>
            </a:r>
            <a:r>
              <a:rPr lang="en-US" dirty="0"/>
              <a:t> der </a:t>
            </a:r>
            <a:r>
              <a:rPr lang="en-US" dirty="0" err="1"/>
              <a:t>Aufgaben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9:00 -	9:15 </a:t>
            </a:r>
            <a:r>
              <a:rPr lang="en-US" dirty="0" err="1"/>
              <a:t>Aufteilung</a:t>
            </a:r>
            <a:r>
              <a:rPr lang="en-US" dirty="0"/>
              <a:t>; </a:t>
            </a:r>
            <a:r>
              <a:rPr lang="en-US" dirty="0" err="1"/>
              <a:t>Grundgerüst</a:t>
            </a:r>
            <a:r>
              <a:rPr lang="en-US" dirty="0"/>
              <a:t> Website, </a:t>
            </a:r>
            <a:r>
              <a:rPr lang="en-US" dirty="0" err="1"/>
              <a:t>Klassifizieren</a:t>
            </a:r>
            <a:r>
              <a:rPr lang="en-US" dirty="0"/>
              <a:t>, </a:t>
            </a:r>
            <a:r>
              <a:rPr lang="en-US" dirty="0" err="1"/>
              <a:t>Datenvorbereitung</a:t>
            </a:r>
            <a:r>
              <a:rPr lang="en-US" dirty="0"/>
              <a:t>, </a:t>
            </a:r>
            <a:r>
              <a:rPr lang="en-US" dirty="0" err="1"/>
              <a:t>Streamlint</a:t>
            </a:r>
            <a:r>
              <a:rPr lang="en-US" dirty="0"/>
              <a:t> </a:t>
            </a:r>
            <a:r>
              <a:rPr lang="en-US" dirty="0" err="1"/>
              <a:t>aufsetzten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9:30 – 12:00 </a:t>
            </a:r>
            <a:r>
              <a:rPr lang="en-US" dirty="0" err="1"/>
              <a:t>Erarbeitung</a:t>
            </a:r>
            <a:r>
              <a:rPr lang="en-US" dirty="0"/>
              <a:t> </a:t>
            </a:r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Versuche</a:t>
            </a:r>
            <a:r>
              <a:rPr lang="en-US" dirty="0"/>
              <a:t>, </a:t>
            </a:r>
            <a:r>
              <a:rPr lang="en-US" dirty="0" err="1"/>
              <a:t>erarbeiten</a:t>
            </a:r>
            <a:r>
              <a:rPr lang="en-US" dirty="0"/>
              <a:t> Website und Klassifizierung V1 und </a:t>
            </a:r>
            <a:r>
              <a:rPr lang="en-US" dirty="0" err="1"/>
              <a:t>Strassenkoord</a:t>
            </a:r>
            <a:r>
              <a:rPr lang="en-US" dirty="0"/>
              <a:t>. API-</a:t>
            </a:r>
            <a:r>
              <a:rPr lang="en-US"/>
              <a:t>verbimndung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10:00 – 10:30 Mockup </a:t>
            </a:r>
            <a:r>
              <a:rPr lang="en-US" dirty="0" err="1"/>
              <a:t>für</a:t>
            </a:r>
            <a:r>
              <a:rPr lang="en-US" dirty="0"/>
              <a:t> die Website </a:t>
            </a:r>
            <a:r>
              <a:rPr lang="en-US" dirty="0" err="1"/>
              <a:t>erstellen</a:t>
            </a:r>
            <a:r>
              <a:rPr lang="en-US" dirty="0"/>
              <a:t> (Map und </a:t>
            </a:r>
            <a:r>
              <a:rPr lang="en-US" dirty="0" err="1"/>
              <a:t>Statistiken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12:00 – 13:09 </a:t>
            </a:r>
            <a:r>
              <a:rPr lang="en-US" dirty="0" err="1"/>
              <a:t>Mittag</a:t>
            </a:r>
            <a:r>
              <a:rPr lang="en-US" dirty="0"/>
              <a:t> (</a:t>
            </a:r>
            <a:r>
              <a:rPr lang="en-US" dirty="0" err="1"/>
              <a:t>Anweisung</a:t>
            </a:r>
            <a:r>
              <a:rPr lang="en-US" dirty="0"/>
              <a:t> Chef)  </a:t>
            </a:r>
          </a:p>
          <a:p>
            <a:pPr marL="0" indent="0">
              <a:buNone/>
            </a:pPr>
            <a:r>
              <a:rPr lang="en-US" dirty="0"/>
              <a:t>13:10 – 14:00 </a:t>
            </a:r>
            <a:r>
              <a:rPr lang="en-US" dirty="0" err="1"/>
              <a:t>ausarbeitung</a:t>
            </a:r>
            <a:r>
              <a:rPr lang="en-US" dirty="0"/>
              <a:t> der Website und export csv, </a:t>
            </a:r>
            <a:r>
              <a:rPr lang="en-US" dirty="0" err="1"/>
              <a:t>einbindungversuch</a:t>
            </a:r>
            <a:r>
              <a:rPr lang="en-US" dirty="0"/>
              <a:t> csv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streamlint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83758-9F64-4C69-BED6-2BD00141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729EC8-0ED2-4069-934B-7BB7AC61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3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EF66E-B70E-4BBD-87DE-589DF05D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Datengrundlage</a:t>
            </a:r>
            <a:r>
              <a:rPr lang="en-US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5C6534-A43E-49D0-A1DF-5477B8ED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76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202B5-305C-4605-8B9C-8202AE2B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Klassifizierung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4DE0AD-8F45-47A5-A951-C14EAA7F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CBDD2-8315-47BD-A59A-7B84AE1E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Streamlint</a:t>
            </a:r>
            <a:r>
              <a:rPr lang="en-US" dirty="0"/>
              <a:t> </a:t>
            </a:r>
            <a:r>
              <a:rPr lang="en-US" dirty="0" err="1"/>
              <a:t>aufsetzen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306792-5F33-478C-85E1-19618FFF2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EABC1-773F-4465-8A48-581AF2EA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(Map)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ABC4CE-5CF6-432C-BE7D-BE78D4778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8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2A065-1E04-42A2-ABC8-EEA9AE59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(</a:t>
            </a:r>
            <a:r>
              <a:rPr lang="en-US" dirty="0" err="1"/>
              <a:t>Statistik</a:t>
            </a:r>
            <a:r>
              <a:rPr lang="en-US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E17D5-8BDB-46DB-B879-C0F54FC4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2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29E195-6E4A-49D3-A531-5369A1E4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BC710-54D5-4592-9BC6-F0E55D7E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7BE1F-D057-45C0-A5D5-3B2172DA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AF2820-16A2-431C-8C14-E905E6CD3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Nur 37 von 1455 Basler </a:t>
            </a:r>
            <a:r>
              <a:rPr lang="de-DE" dirty="0" err="1"/>
              <a:t>Strassen</a:t>
            </a:r>
            <a:r>
              <a:rPr lang="de-DE" dirty="0"/>
              <a:t> (2.5%) sind nach Frauen benannt!  - -- </a:t>
            </a:r>
            <a:r>
              <a:rPr lang="de-DE" dirty="0" err="1"/>
              <a:t>Aelteste</a:t>
            </a:r>
            <a:r>
              <a:rPr lang="de-DE" dirty="0"/>
              <a:t> </a:t>
            </a:r>
            <a:r>
              <a:rPr lang="de-DE" dirty="0" err="1"/>
              <a:t>erwaehnte</a:t>
            </a:r>
            <a:r>
              <a:rPr lang="de-DE" dirty="0"/>
              <a:t> </a:t>
            </a:r>
            <a:r>
              <a:rPr lang="de-DE" dirty="0" err="1"/>
              <a:t>Strasse</a:t>
            </a:r>
            <a:r>
              <a:rPr lang="de-DE" dirty="0"/>
              <a:t>: "Mittlere </a:t>
            </a:r>
            <a:r>
              <a:rPr lang="de-DE" dirty="0" err="1"/>
              <a:t>Rheinbruecke</a:t>
            </a:r>
            <a:r>
              <a:rPr lang="de-DE" dirty="0"/>
              <a:t>" (ab 13. Jh., erstmals  </a:t>
            </a:r>
            <a:r>
              <a:rPr lang="de-DE" dirty="0" err="1"/>
              <a:t>erwaehnt</a:t>
            </a:r>
            <a:r>
              <a:rPr lang="de-DE" dirty="0"/>
              <a:t> 1225). </a:t>
            </a:r>
          </a:p>
          <a:p>
            <a:pPr>
              <a:buFontTx/>
              <a:buChar char="-"/>
            </a:pPr>
            <a:r>
              <a:rPr lang="de-DE" dirty="0" err="1"/>
              <a:t>Markircherstrasse</a:t>
            </a:r>
            <a:r>
              <a:rPr lang="de-DE" dirty="0"/>
              <a:t> ist nach "Sainte-Marie-</a:t>
            </a:r>
            <a:r>
              <a:rPr lang="de-DE" dirty="0" err="1"/>
              <a:t>aux</a:t>
            </a:r>
            <a:r>
              <a:rPr lang="de-DE" dirty="0"/>
              <a:t>-</a:t>
            </a:r>
            <a:r>
              <a:rPr lang="de-DE" dirty="0" err="1"/>
              <a:t>Mines</a:t>
            </a:r>
            <a:r>
              <a:rPr lang="de-DE" dirty="0"/>
              <a:t>" benannt - also </a:t>
            </a:r>
            <a:r>
              <a:rPr lang="de-DE" dirty="0" err="1"/>
              <a:t>tatsaechlich</a:t>
            </a:r>
            <a:r>
              <a:rPr lang="de-DE" dirty="0"/>
              <a:t> nach einem weiblichen Heiligennamen, obwohl es ein Ortsname ist.  </a:t>
            </a:r>
          </a:p>
          <a:p>
            <a:pPr>
              <a:buFontTx/>
              <a:buChar char="-"/>
            </a:pPr>
            <a:r>
              <a:rPr lang="de-DE" dirty="0"/>
              <a:t>Manche </a:t>
            </a:r>
            <a:r>
              <a:rPr lang="de-DE" dirty="0" err="1"/>
              <a:t>Strassen</a:t>
            </a:r>
            <a:r>
              <a:rPr lang="de-DE" dirty="0"/>
              <a:t> passen in mehrere Kategorien (z.B. Martinsgasse = </a:t>
            </a:r>
            <a:r>
              <a:rPr lang="de-DE" dirty="0" err="1"/>
              <a:t>religion</a:t>
            </a:r>
            <a:r>
              <a:rPr lang="de-DE" dirty="0"/>
              <a:t>  + </a:t>
            </a:r>
            <a:r>
              <a:rPr lang="de-DE" dirty="0" err="1"/>
              <a:t>maennlich</a:t>
            </a:r>
            <a:r>
              <a:rPr lang="de-DE" dirty="0"/>
              <a:t>).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4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Breitbild</PresentationFormat>
  <Paragraphs>20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Pitch</vt:lpstr>
      <vt:lpstr>PowerPoint-Präsentation</vt:lpstr>
      <vt:lpstr>Idee</vt:lpstr>
      <vt:lpstr>Datengrundlage </vt:lpstr>
      <vt:lpstr>Klassifizierung</vt:lpstr>
      <vt:lpstr>Streamlint aufsetzen</vt:lpstr>
      <vt:lpstr>Interface (Map)  </vt:lpstr>
      <vt:lpstr>Interface (Statistik)</vt:lpstr>
      <vt:lpstr>Probleme</vt:lpstr>
      <vt:lpstr>Fun facts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</dc:title>
  <dc:creator>Kelan Darwin Schmitter (s)</dc:creator>
  <cp:lastModifiedBy>Kelan Darwin Schmitter (s)</cp:lastModifiedBy>
  <cp:revision>1</cp:revision>
  <dcterms:created xsi:type="dcterms:W3CDTF">2026-05-21T06:51:26Z</dcterms:created>
  <dcterms:modified xsi:type="dcterms:W3CDTF">2026-05-21T11:59:30Z</dcterms:modified>
</cp:coreProperties>
</file>